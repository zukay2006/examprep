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B5818B-AAEC-4F0D-A157-F1D8C1A3DD29}">
          <p14:sldIdLst>
            <p14:sldId id="256"/>
            <p14:sldId id="257"/>
            <p14:sldId id="258"/>
            <p14:sldId id="259"/>
            <p14:sldId id="260"/>
            <p14:sldId id="261"/>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4376C-C461-48F7-9E9C-0F7160F53C76}" v="154" dt="2025-10-20T21:02:51.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6" d="100"/>
          <a:sy n="56" d="100"/>
        </p:scale>
        <p:origin x="570"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ukhanyise Vitshima" userId="571cbfe795db5cd1" providerId="LiveId" clId="{6C86279F-E201-4D57-90D6-CF37679AAD6C}"/>
    <pc:docChg chg="undo redo custSel addSld delSld modSld addSection delSection modSection">
      <pc:chgData name="Zukhanyise Vitshima" userId="571cbfe795db5cd1" providerId="LiveId" clId="{6C86279F-E201-4D57-90D6-CF37679AAD6C}" dt="2025-10-20T21:02:51.811" v="2704"/>
      <pc:docMkLst>
        <pc:docMk/>
      </pc:docMkLst>
      <pc:sldChg chg="modSp mod setBg">
        <pc:chgData name="Zukhanyise Vitshima" userId="571cbfe795db5cd1" providerId="LiveId" clId="{6C86279F-E201-4D57-90D6-CF37679AAD6C}" dt="2025-10-20T11:52:34.412" v="765" actId="20577"/>
        <pc:sldMkLst>
          <pc:docMk/>
          <pc:sldMk cId="919274429" sldId="256"/>
        </pc:sldMkLst>
        <pc:spChg chg="mod">
          <ac:chgData name="Zukhanyise Vitshima" userId="571cbfe795db5cd1" providerId="LiveId" clId="{6C86279F-E201-4D57-90D6-CF37679AAD6C}" dt="2025-10-20T11:52:34.412" v="765" actId="20577"/>
          <ac:spMkLst>
            <pc:docMk/>
            <pc:sldMk cId="919274429" sldId="256"/>
            <ac:spMk id="2" creationId="{8B40FDB9-C57F-3EFF-7CAF-9A1926D4E9BC}"/>
          </ac:spMkLst>
        </pc:spChg>
        <pc:spChg chg="mod">
          <ac:chgData name="Zukhanyise Vitshima" userId="571cbfe795db5cd1" providerId="LiveId" clId="{6C86279F-E201-4D57-90D6-CF37679AAD6C}" dt="2025-10-20T11:48:15.592" v="695" actId="115"/>
          <ac:spMkLst>
            <pc:docMk/>
            <pc:sldMk cId="919274429" sldId="256"/>
            <ac:spMk id="3" creationId="{04F3570C-01CE-0E30-4C80-0A55EA83FE1C}"/>
          </ac:spMkLst>
        </pc:spChg>
      </pc:sldChg>
      <pc:sldChg chg="addSp delSp modSp new mod setBg">
        <pc:chgData name="Zukhanyise Vitshima" userId="571cbfe795db5cd1" providerId="LiveId" clId="{6C86279F-E201-4D57-90D6-CF37679AAD6C}" dt="2025-10-20T13:05:55.256" v="939" actId="14100"/>
        <pc:sldMkLst>
          <pc:docMk/>
          <pc:sldMk cId="3294771244" sldId="257"/>
        </pc:sldMkLst>
        <pc:spChg chg="mod ord">
          <ac:chgData name="Zukhanyise Vitshima" userId="571cbfe795db5cd1" providerId="LiveId" clId="{6C86279F-E201-4D57-90D6-CF37679AAD6C}" dt="2025-10-20T12:24:08.629" v="910" actId="26606"/>
          <ac:spMkLst>
            <pc:docMk/>
            <pc:sldMk cId="3294771244" sldId="257"/>
            <ac:spMk id="2" creationId="{CAA7C091-A1FC-7378-56E3-34C1972D8FCD}"/>
          </ac:spMkLst>
        </pc:spChg>
        <pc:spChg chg="del">
          <ac:chgData name="Zukhanyise Vitshima" userId="571cbfe795db5cd1" providerId="LiveId" clId="{6C86279F-E201-4D57-90D6-CF37679AAD6C}" dt="2025-10-20T12:20:15.458" v="866" actId="34307"/>
          <ac:spMkLst>
            <pc:docMk/>
            <pc:sldMk cId="3294771244" sldId="257"/>
            <ac:spMk id="3" creationId="{16D481AC-59FF-0123-D097-B1A25EA26FCF}"/>
          </ac:spMkLst>
        </pc:spChg>
        <pc:spChg chg="mod ord">
          <ac:chgData name="Zukhanyise Vitshima" userId="571cbfe795db5cd1" providerId="LiveId" clId="{6C86279F-E201-4D57-90D6-CF37679AAD6C}" dt="2025-10-20T13:05:19.899" v="935" actId="255"/>
          <ac:spMkLst>
            <pc:docMk/>
            <pc:sldMk cId="3294771244" sldId="257"/>
            <ac:spMk id="4" creationId="{95F2FEB2-9D08-D4C6-80A6-0FF93902A77A}"/>
          </ac:spMkLst>
        </pc:spChg>
        <pc:spChg chg="add del mod">
          <ac:chgData name="Zukhanyise Vitshima" userId="571cbfe795db5cd1" providerId="LiveId" clId="{6C86279F-E201-4D57-90D6-CF37679AAD6C}" dt="2025-10-20T12:20:39.371" v="868" actId="931"/>
          <ac:spMkLst>
            <pc:docMk/>
            <pc:sldMk cId="3294771244" sldId="257"/>
            <ac:spMk id="7" creationId="{206A579B-50E6-D1DB-FF6B-42A2112B0F2C}"/>
          </ac:spMkLst>
        </pc:spChg>
        <pc:spChg chg="add del">
          <ac:chgData name="Zukhanyise Vitshima" userId="571cbfe795db5cd1" providerId="LiveId" clId="{6C86279F-E201-4D57-90D6-CF37679AAD6C}" dt="2025-10-20T12:23:46.677" v="907" actId="26606"/>
          <ac:spMkLst>
            <pc:docMk/>
            <pc:sldMk cId="3294771244" sldId="257"/>
            <ac:spMk id="11" creationId="{362810D9-2C5A-477D-949C-C191895477F3}"/>
          </ac:spMkLst>
        </pc:spChg>
        <pc:spChg chg="add del">
          <ac:chgData name="Zukhanyise Vitshima" userId="571cbfe795db5cd1" providerId="LiveId" clId="{6C86279F-E201-4D57-90D6-CF37679AAD6C}" dt="2025-10-20T12:23:46.677" v="907" actId="26606"/>
          <ac:spMkLst>
            <pc:docMk/>
            <pc:sldMk cId="3294771244" sldId="257"/>
            <ac:spMk id="12" creationId="{081E4A58-353D-44AE-B2FC-2A74E2E400F7}"/>
          </ac:spMkLst>
        </pc:spChg>
        <pc:spChg chg="add del">
          <ac:chgData name="Zukhanyise Vitshima" userId="571cbfe795db5cd1" providerId="LiveId" clId="{6C86279F-E201-4D57-90D6-CF37679AAD6C}" dt="2025-10-20T12:21:34.084" v="875" actId="26606"/>
          <ac:spMkLst>
            <pc:docMk/>
            <pc:sldMk cId="3294771244" sldId="257"/>
            <ac:spMk id="14" creationId="{DBC6133C-0615-4CE4-9132-37E609A9BDFA}"/>
          </ac:spMkLst>
        </pc:spChg>
        <pc:spChg chg="add del">
          <ac:chgData name="Zukhanyise Vitshima" userId="571cbfe795db5cd1" providerId="LiveId" clId="{6C86279F-E201-4D57-90D6-CF37679AAD6C}" dt="2025-10-20T12:21:34.084" v="875" actId="26606"/>
          <ac:spMkLst>
            <pc:docMk/>
            <pc:sldMk cId="3294771244" sldId="257"/>
            <ac:spMk id="16" creationId="{169CC832-2974-4E8D-90ED-3E2941BA7336}"/>
          </ac:spMkLst>
        </pc:spChg>
        <pc:spChg chg="add del">
          <ac:chgData name="Zukhanyise Vitshima" userId="571cbfe795db5cd1" providerId="LiveId" clId="{6C86279F-E201-4D57-90D6-CF37679AAD6C}" dt="2025-10-20T12:23:43.480" v="904" actId="26606"/>
          <ac:spMkLst>
            <pc:docMk/>
            <pc:sldMk cId="3294771244" sldId="257"/>
            <ac:spMk id="17" creationId="{04812C46-200A-4DEB-A05E-3ED6C68C2387}"/>
          </ac:spMkLst>
        </pc:spChg>
        <pc:spChg chg="add del">
          <ac:chgData name="Zukhanyise Vitshima" userId="571cbfe795db5cd1" providerId="LiveId" clId="{6C86279F-E201-4D57-90D6-CF37679AAD6C}" dt="2025-10-20T12:21:34.084" v="875" actId="26606"/>
          <ac:spMkLst>
            <pc:docMk/>
            <pc:sldMk cId="3294771244" sldId="257"/>
            <ac:spMk id="18" creationId="{55222F96-971A-4F90-B841-6BAB416C7AC1}"/>
          </ac:spMkLst>
        </pc:spChg>
        <pc:spChg chg="add del">
          <ac:chgData name="Zukhanyise Vitshima" userId="571cbfe795db5cd1" providerId="LiveId" clId="{6C86279F-E201-4D57-90D6-CF37679AAD6C}" dt="2025-10-20T12:23:43.480" v="904" actId="26606"/>
          <ac:spMkLst>
            <pc:docMk/>
            <pc:sldMk cId="3294771244" sldId="257"/>
            <ac:spMk id="19" creationId="{D1EA859B-E555-4109-94F3-6700E046E008}"/>
          </ac:spMkLst>
        </pc:spChg>
        <pc:spChg chg="add del">
          <ac:chgData name="Zukhanyise Vitshima" userId="571cbfe795db5cd1" providerId="LiveId" clId="{6C86279F-E201-4D57-90D6-CF37679AAD6C}" dt="2025-10-20T12:21:34.084" v="875" actId="26606"/>
          <ac:spMkLst>
            <pc:docMk/>
            <pc:sldMk cId="3294771244" sldId="257"/>
            <ac:spMk id="20" creationId="{08980754-6F4B-43C9-B9BE-127B6BED6586}"/>
          </ac:spMkLst>
        </pc:spChg>
        <pc:spChg chg="add del">
          <ac:chgData name="Zukhanyise Vitshima" userId="571cbfe795db5cd1" providerId="LiveId" clId="{6C86279F-E201-4D57-90D6-CF37679AAD6C}" dt="2025-10-20T12:21:34.084" v="875" actId="26606"/>
          <ac:spMkLst>
            <pc:docMk/>
            <pc:sldMk cId="3294771244" sldId="257"/>
            <ac:spMk id="22" creationId="{2C1BBA94-3F40-40AA-8BB9-E69E25E537C1}"/>
          </ac:spMkLst>
        </pc:spChg>
        <pc:spChg chg="add del">
          <ac:chgData name="Zukhanyise Vitshima" userId="571cbfe795db5cd1" providerId="LiveId" clId="{6C86279F-E201-4D57-90D6-CF37679AAD6C}" dt="2025-10-20T12:21:39.974" v="877" actId="26606"/>
          <ac:spMkLst>
            <pc:docMk/>
            <pc:sldMk cId="3294771244" sldId="257"/>
            <ac:spMk id="24" creationId="{743AA782-23D1-4521-8CAD-47662984AA08}"/>
          </ac:spMkLst>
        </pc:spChg>
        <pc:spChg chg="add del">
          <ac:chgData name="Zukhanyise Vitshima" userId="571cbfe795db5cd1" providerId="LiveId" clId="{6C86279F-E201-4D57-90D6-CF37679AAD6C}" dt="2025-10-20T12:21:39.974" v="877" actId="26606"/>
          <ac:spMkLst>
            <pc:docMk/>
            <pc:sldMk cId="3294771244" sldId="257"/>
            <ac:spMk id="25" creationId="{71877DBC-BB60-40F0-AC93-2ACDBAAE60CE}"/>
          </ac:spMkLst>
        </pc:spChg>
        <pc:spChg chg="add del">
          <ac:chgData name="Zukhanyise Vitshima" userId="571cbfe795db5cd1" providerId="LiveId" clId="{6C86279F-E201-4D57-90D6-CF37679AAD6C}" dt="2025-10-20T12:21:44.554" v="879" actId="26606"/>
          <ac:spMkLst>
            <pc:docMk/>
            <pc:sldMk cId="3294771244" sldId="257"/>
            <ac:spMk id="27" creationId="{0B9EE3F3-89B7-43C3-8651-C4C96830993D}"/>
          </ac:spMkLst>
        </pc:spChg>
        <pc:spChg chg="add del">
          <ac:chgData name="Zukhanyise Vitshima" userId="571cbfe795db5cd1" providerId="LiveId" clId="{6C86279F-E201-4D57-90D6-CF37679AAD6C}" dt="2025-10-20T12:21:44.554" v="879" actId="26606"/>
          <ac:spMkLst>
            <pc:docMk/>
            <pc:sldMk cId="3294771244" sldId="257"/>
            <ac:spMk id="28" creationId="{33AE4636-AEEC-45D6-84D4-7AC2DA48ECF8}"/>
          </ac:spMkLst>
        </pc:spChg>
        <pc:spChg chg="add del">
          <ac:chgData name="Zukhanyise Vitshima" userId="571cbfe795db5cd1" providerId="LiveId" clId="{6C86279F-E201-4D57-90D6-CF37679AAD6C}" dt="2025-10-20T12:21:44.554" v="879" actId="26606"/>
          <ac:spMkLst>
            <pc:docMk/>
            <pc:sldMk cId="3294771244" sldId="257"/>
            <ac:spMk id="29" creationId="{8D9CE0F4-2EB2-4F1F-8AAC-DB3571D9FE10}"/>
          </ac:spMkLst>
        </pc:spChg>
        <pc:spChg chg="add del">
          <ac:chgData name="Zukhanyise Vitshima" userId="571cbfe795db5cd1" providerId="LiveId" clId="{6C86279F-E201-4D57-90D6-CF37679AAD6C}" dt="2025-10-20T12:24:08.629" v="910" actId="26606"/>
          <ac:spMkLst>
            <pc:docMk/>
            <pc:sldMk cId="3294771244" sldId="257"/>
            <ac:spMk id="30" creationId="{649C91A9-84E7-4BF0-9026-62F01380D853}"/>
          </ac:spMkLst>
        </pc:spChg>
        <pc:spChg chg="add del">
          <ac:chgData name="Zukhanyise Vitshima" userId="571cbfe795db5cd1" providerId="LiveId" clId="{6C86279F-E201-4D57-90D6-CF37679AAD6C}" dt="2025-10-20T12:24:08.629" v="910" actId="26606"/>
          <ac:spMkLst>
            <pc:docMk/>
            <pc:sldMk cId="3294771244" sldId="257"/>
            <ac:spMk id="31" creationId="{9B47378D-AD27-45D0-8C1C-5B1098DCC068}"/>
          </ac:spMkLst>
        </pc:spChg>
        <pc:spChg chg="add">
          <ac:chgData name="Zukhanyise Vitshima" userId="571cbfe795db5cd1" providerId="LiveId" clId="{6C86279F-E201-4D57-90D6-CF37679AAD6C}" dt="2025-10-20T12:24:08.629" v="910" actId="26606"/>
          <ac:spMkLst>
            <pc:docMk/>
            <pc:sldMk cId="3294771244" sldId="257"/>
            <ac:spMk id="36" creationId="{2EB492CD-616E-47F8-933B-5E2D952A0593}"/>
          </ac:spMkLst>
        </pc:spChg>
        <pc:spChg chg="add">
          <ac:chgData name="Zukhanyise Vitshima" userId="571cbfe795db5cd1" providerId="LiveId" clId="{6C86279F-E201-4D57-90D6-CF37679AAD6C}" dt="2025-10-20T12:24:08.629" v="910" actId="26606"/>
          <ac:spMkLst>
            <pc:docMk/>
            <pc:sldMk cId="3294771244" sldId="257"/>
            <ac:spMk id="38" creationId="{59383CF9-23B5-4335-9B21-1791C4CF1C75}"/>
          </ac:spMkLst>
        </pc:spChg>
        <pc:spChg chg="add">
          <ac:chgData name="Zukhanyise Vitshima" userId="571cbfe795db5cd1" providerId="LiveId" clId="{6C86279F-E201-4D57-90D6-CF37679AAD6C}" dt="2025-10-20T12:24:08.629" v="910" actId="26606"/>
          <ac:spMkLst>
            <pc:docMk/>
            <pc:sldMk cId="3294771244" sldId="257"/>
            <ac:spMk id="40" creationId="{0007FE00-9498-4706-B255-6437B0252C02}"/>
          </ac:spMkLst>
        </pc:spChg>
        <pc:grpChg chg="add del">
          <ac:chgData name="Zukhanyise Vitshima" userId="571cbfe795db5cd1" providerId="LiveId" clId="{6C86279F-E201-4D57-90D6-CF37679AAD6C}" dt="2025-10-20T12:23:46.620" v="906" actId="26606"/>
          <ac:grpSpMkLst>
            <pc:docMk/>
            <pc:sldMk cId="3294771244" sldId="257"/>
            <ac:grpSpMk id="21" creationId="{1FD67D68-9B83-C338-8342-3348D8F22347}"/>
          </ac:grpSpMkLst>
        </pc:grpChg>
        <pc:picChg chg="add del mod ord">
          <ac:chgData name="Zukhanyise Vitshima" userId="571cbfe795db5cd1" providerId="LiveId" clId="{6C86279F-E201-4D57-90D6-CF37679AAD6C}" dt="2025-10-20T12:20:27.264" v="867" actId="478"/>
          <ac:picMkLst>
            <pc:docMk/>
            <pc:sldMk cId="3294771244" sldId="257"/>
            <ac:picMk id="5" creationId="{8E27968C-ED86-7D26-4A78-C3ED0393E8C9}"/>
          </ac:picMkLst>
        </pc:picChg>
        <pc:picChg chg="add mod ord">
          <ac:chgData name="Zukhanyise Vitshima" userId="571cbfe795db5cd1" providerId="LiveId" clId="{6C86279F-E201-4D57-90D6-CF37679AAD6C}" dt="2025-10-20T13:05:55.256" v="939" actId="14100"/>
          <ac:picMkLst>
            <pc:docMk/>
            <pc:sldMk cId="3294771244" sldId="257"/>
            <ac:picMk id="9" creationId="{77E7BC82-AF2C-7C02-2D74-ED2B36B3BB28}"/>
          </ac:picMkLst>
        </pc:picChg>
      </pc:sldChg>
      <pc:sldChg chg="new del">
        <pc:chgData name="Zukhanyise Vitshima" userId="571cbfe795db5cd1" providerId="LiveId" clId="{6C86279F-E201-4D57-90D6-CF37679AAD6C}" dt="2025-10-20T11:36:53.597" v="1" actId="47"/>
        <pc:sldMkLst>
          <pc:docMk/>
          <pc:sldMk cId="4249380103" sldId="257"/>
        </pc:sldMkLst>
      </pc:sldChg>
      <pc:sldChg chg="addSp delSp modSp new mod setBg">
        <pc:chgData name="Zukhanyise Vitshima" userId="571cbfe795db5cd1" providerId="LiveId" clId="{6C86279F-E201-4D57-90D6-CF37679AAD6C}" dt="2025-10-20T13:44:57.472" v="1200" actId="14100"/>
        <pc:sldMkLst>
          <pc:docMk/>
          <pc:sldMk cId="128010193" sldId="258"/>
        </pc:sldMkLst>
        <pc:spChg chg="mod">
          <ac:chgData name="Zukhanyise Vitshima" userId="571cbfe795db5cd1" providerId="LiveId" clId="{6C86279F-E201-4D57-90D6-CF37679AAD6C}" dt="2025-10-20T13:40:53.150" v="1173" actId="26606"/>
          <ac:spMkLst>
            <pc:docMk/>
            <pc:sldMk cId="128010193" sldId="258"/>
            <ac:spMk id="2" creationId="{82803BF7-30A6-2301-1825-FC0655841277}"/>
          </ac:spMkLst>
        </pc:spChg>
        <pc:spChg chg="del">
          <ac:chgData name="Zukhanyise Vitshima" userId="571cbfe795db5cd1" providerId="LiveId" clId="{6C86279F-E201-4D57-90D6-CF37679AAD6C}" dt="2025-10-20T13:26:01.206" v="1027" actId="931"/>
          <ac:spMkLst>
            <pc:docMk/>
            <pc:sldMk cId="128010193" sldId="258"/>
            <ac:spMk id="3" creationId="{EDE46571-E5C5-8A23-5154-591A02E38DE8}"/>
          </ac:spMkLst>
        </pc:spChg>
        <pc:spChg chg="add del mod ord">
          <ac:chgData name="Zukhanyise Vitshima" userId="571cbfe795db5cd1" providerId="LiveId" clId="{6C86279F-E201-4D57-90D6-CF37679AAD6C}" dt="2025-10-20T13:40:53.150" v="1173" actId="26606"/>
          <ac:spMkLst>
            <pc:docMk/>
            <pc:sldMk cId="128010193" sldId="258"/>
            <ac:spMk id="4" creationId="{BD41CC7E-BE6A-E0D7-95F9-8E5D8E808ED4}"/>
          </ac:spMkLst>
        </pc:spChg>
        <pc:spChg chg="add del mod">
          <ac:chgData name="Zukhanyise Vitshima" userId="571cbfe795db5cd1" providerId="LiveId" clId="{6C86279F-E201-4D57-90D6-CF37679AAD6C}" dt="2025-10-20T13:26:50.450" v="1036" actId="931"/>
          <ac:spMkLst>
            <pc:docMk/>
            <pc:sldMk cId="128010193" sldId="258"/>
            <ac:spMk id="8" creationId="{F0C7FA5F-E04C-8B10-C01C-4B0EE84F3E05}"/>
          </ac:spMkLst>
        </pc:spChg>
        <pc:spChg chg="add del">
          <ac:chgData name="Zukhanyise Vitshima" userId="571cbfe795db5cd1" providerId="LiveId" clId="{6C86279F-E201-4D57-90D6-CF37679AAD6C}" dt="2025-10-20T13:40:33.973" v="1160" actId="26606"/>
          <ac:spMkLst>
            <pc:docMk/>
            <pc:sldMk cId="128010193" sldId="258"/>
            <ac:spMk id="17" creationId="{70BEB1E7-2F88-40BC-B73D-42E5B6F80BFC}"/>
          </ac:spMkLst>
        </pc:spChg>
        <pc:spChg chg="add del">
          <ac:chgData name="Zukhanyise Vitshima" userId="571cbfe795db5cd1" providerId="LiveId" clId="{6C86279F-E201-4D57-90D6-CF37679AAD6C}" dt="2025-10-20T13:40:53.103" v="1172" actId="26606"/>
          <ac:spMkLst>
            <pc:docMk/>
            <pc:sldMk cId="128010193" sldId="258"/>
            <ac:spMk id="18" creationId="{B6FACB3C-9069-4791-BC5C-0DB7CD19B853}"/>
          </ac:spMkLst>
        </pc:spChg>
        <pc:spChg chg="add del">
          <ac:chgData name="Zukhanyise Vitshima" userId="571cbfe795db5cd1" providerId="LiveId" clId="{6C86279F-E201-4D57-90D6-CF37679AAD6C}" dt="2025-10-20T13:40:29.123" v="1158" actId="26606"/>
          <ac:spMkLst>
            <pc:docMk/>
            <pc:sldMk cId="128010193" sldId="258"/>
            <ac:spMk id="19" creationId="{45D37F4E-DDB4-456B-97E0-9937730A039F}"/>
          </ac:spMkLst>
        </pc:spChg>
        <pc:spChg chg="add del">
          <ac:chgData name="Zukhanyise Vitshima" userId="571cbfe795db5cd1" providerId="LiveId" clId="{6C86279F-E201-4D57-90D6-CF37679AAD6C}" dt="2025-10-20T13:40:29.123" v="1158" actId="26606"/>
          <ac:spMkLst>
            <pc:docMk/>
            <pc:sldMk cId="128010193" sldId="258"/>
            <ac:spMk id="20" creationId="{B2DD41CD-8F47-4F56-AD12-4E2FF7696987}"/>
          </ac:spMkLst>
        </pc:spChg>
        <pc:spChg chg="add del">
          <ac:chgData name="Zukhanyise Vitshima" userId="571cbfe795db5cd1" providerId="LiveId" clId="{6C86279F-E201-4D57-90D6-CF37679AAD6C}" dt="2025-10-20T13:40:33.973" v="1160" actId="26606"/>
          <ac:spMkLst>
            <pc:docMk/>
            <pc:sldMk cId="128010193" sldId="258"/>
            <ac:spMk id="22" creationId="{4F7EBAE4-9945-4473-9E34-B2C66EA0F03D}"/>
          </ac:spMkLst>
        </pc:spChg>
        <pc:spChg chg="add del">
          <ac:chgData name="Zukhanyise Vitshima" userId="571cbfe795db5cd1" providerId="LiveId" clId="{6C86279F-E201-4D57-90D6-CF37679AAD6C}" dt="2025-10-20T13:40:33.973" v="1160" actId="26606"/>
          <ac:spMkLst>
            <pc:docMk/>
            <pc:sldMk cId="128010193" sldId="258"/>
            <ac:spMk id="23" creationId="{A7B99495-F43F-4D80-A44F-2CB4764EB90B}"/>
          </ac:spMkLst>
        </pc:spChg>
        <pc:spChg chg="add del">
          <ac:chgData name="Zukhanyise Vitshima" userId="571cbfe795db5cd1" providerId="LiveId" clId="{6C86279F-E201-4D57-90D6-CF37679AAD6C}" dt="2025-10-20T13:40:53.103" v="1172" actId="26606"/>
          <ac:spMkLst>
            <pc:docMk/>
            <pc:sldMk cId="128010193" sldId="258"/>
            <ac:spMk id="24" creationId="{71F2038E-D777-4B76-81DD-DD13EE91B9DD}"/>
          </ac:spMkLst>
        </pc:spChg>
        <pc:spChg chg="add del">
          <ac:chgData name="Zukhanyise Vitshima" userId="571cbfe795db5cd1" providerId="LiveId" clId="{6C86279F-E201-4D57-90D6-CF37679AAD6C}" dt="2025-10-20T13:40:37.763" v="1162" actId="26606"/>
          <ac:spMkLst>
            <pc:docMk/>
            <pc:sldMk cId="128010193" sldId="258"/>
            <ac:spMk id="25" creationId="{637B2035-1FCB-439A-B421-095E136C7E07}"/>
          </ac:spMkLst>
        </pc:spChg>
        <pc:spChg chg="add del">
          <ac:chgData name="Zukhanyise Vitshima" userId="571cbfe795db5cd1" providerId="LiveId" clId="{6C86279F-E201-4D57-90D6-CF37679AAD6C}" dt="2025-10-20T13:40:37.763" v="1162" actId="26606"/>
          <ac:spMkLst>
            <pc:docMk/>
            <pc:sldMk cId="128010193" sldId="258"/>
            <ac:spMk id="26" creationId="{676D6CDF-C512-4739-B158-55EE955EFA39}"/>
          </ac:spMkLst>
        </pc:spChg>
        <pc:spChg chg="add del">
          <ac:chgData name="Zukhanyise Vitshima" userId="571cbfe795db5cd1" providerId="LiveId" clId="{6C86279F-E201-4D57-90D6-CF37679AAD6C}" dt="2025-10-20T13:40:53.103" v="1172" actId="26606"/>
          <ac:spMkLst>
            <pc:docMk/>
            <pc:sldMk cId="128010193" sldId="258"/>
            <ac:spMk id="27" creationId="{BD41CC7E-BE6A-E0D7-95F9-8E5D8E808ED4}"/>
          </ac:spMkLst>
        </pc:spChg>
        <pc:spChg chg="add">
          <ac:chgData name="Zukhanyise Vitshima" userId="571cbfe795db5cd1" providerId="LiveId" clId="{6C86279F-E201-4D57-90D6-CF37679AAD6C}" dt="2025-10-20T13:40:53.150" v="1173" actId="26606"/>
          <ac:spMkLst>
            <pc:docMk/>
            <pc:sldMk cId="128010193" sldId="258"/>
            <ac:spMk id="34" creationId="{1CD81A2A-6ED4-4EF4-A14C-912D31E14800}"/>
          </ac:spMkLst>
        </pc:spChg>
        <pc:spChg chg="add">
          <ac:chgData name="Zukhanyise Vitshima" userId="571cbfe795db5cd1" providerId="LiveId" clId="{6C86279F-E201-4D57-90D6-CF37679AAD6C}" dt="2025-10-20T13:40:53.150" v="1173" actId="26606"/>
          <ac:spMkLst>
            <pc:docMk/>
            <pc:sldMk cId="128010193" sldId="258"/>
            <ac:spMk id="35" creationId="{1661932C-CA15-4E17-B115-FAE7CBEE4789}"/>
          </ac:spMkLst>
        </pc:spChg>
        <pc:spChg chg="add mod">
          <ac:chgData name="Zukhanyise Vitshima" userId="571cbfe795db5cd1" providerId="LiveId" clId="{6C86279F-E201-4D57-90D6-CF37679AAD6C}" dt="2025-10-20T13:44:57.472" v="1200" actId="14100"/>
          <ac:spMkLst>
            <pc:docMk/>
            <pc:sldMk cId="128010193" sldId="258"/>
            <ac:spMk id="36" creationId="{BD41CC7E-BE6A-E0D7-95F9-8E5D8E808ED4}"/>
          </ac:spMkLst>
        </pc:spChg>
        <pc:spChg chg="add">
          <ac:chgData name="Zukhanyise Vitshima" userId="571cbfe795db5cd1" providerId="LiveId" clId="{6C86279F-E201-4D57-90D6-CF37679AAD6C}" dt="2025-10-20T13:40:53.150" v="1173" actId="26606"/>
          <ac:spMkLst>
            <pc:docMk/>
            <pc:sldMk cId="128010193" sldId="258"/>
            <ac:spMk id="37" creationId="{8590ADD5-9383-4D3D-9047-3DA2593CCB5D}"/>
          </ac:spMkLst>
        </pc:spChg>
        <pc:spChg chg="add">
          <ac:chgData name="Zukhanyise Vitshima" userId="571cbfe795db5cd1" providerId="LiveId" clId="{6C86279F-E201-4D57-90D6-CF37679AAD6C}" dt="2025-10-20T13:40:53.150" v="1173" actId="26606"/>
          <ac:spMkLst>
            <pc:docMk/>
            <pc:sldMk cId="128010193" sldId="258"/>
            <ac:spMk id="38" creationId="{DABE3E45-88CF-45D8-8D40-C773324D93F6}"/>
          </ac:spMkLst>
        </pc:spChg>
        <pc:spChg chg="add">
          <ac:chgData name="Zukhanyise Vitshima" userId="571cbfe795db5cd1" providerId="LiveId" clId="{6C86279F-E201-4D57-90D6-CF37679AAD6C}" dt="2025-10-20T13:40:53.150" v="1173" actId="26606"/>
          <ac:spMkLst>
            <pc:docMk/>
            <pc:sldMk cId="128010193" sldId="258"/>
            <ac:spMk id="40" creationId="{B91ECDA9-56DC-4270-8F33-01C5637B8CEB}"/>
          </ac:spMkLst>
        </pc:spChg>
        <pc:spChg chg="add">
          <ac:chgData name="Zukhanyise Vitshima" userId="571cbfe795db5cd1" providerId="LiveId" clId="{6C86279F-E201-4D57-90D6-CF37679AAD6C}" dt="2025-10-20T13:40:53.150" v="1173" actId="26606"/>
          <ac:spMkLst>
            <pc:docMk/>
            <pc:sldMk cId="128010193" sldId="258"/>
            <ac:spMk id="41" creationId="{75F47824-961D-465D-84F9-EAE11BC6173B}"/>
          </ac:spMkLst>
        </pc:spChg>
        <pc:spChg chg="add">
          <ac:chgData name="Zukhanyise Vitshima" userId="571cbfe795db5cd1" providerId="LiveId" clId="{6C86279F-E201-4D57-90D6-CF37679AAD6C}" dt="2025-10-20T13:40:53.150" v="1173" actId="26606"/>
          <ac:spMkLst>
            <pc:docMk/>
            <pc:sldMk cId="128010193" sldId="258"/>
            <ac:spMk id="42" creationId="{FEC9DA3E-C1D7-472D-B7C0-F71AE41FBA23}"/>
          </ac:spMkLst>
        </pc:spChg>
        <pc:grpChg chg="add del">
          <ac:chgData name="Zukhanyise Vitshima" userId="571cbfe795db5cd1" providerId="LiveId" clId="{6C86279F-E201-4D57-90D6-CF37679AAD6C}" dt="2025-10-20T13:40:24.614" v="1156" actId="26606"/>
          <ac:grpSpMkLst>
            <pc:docMk/>
            <pc:sldMk cId="128010193" sldId="258"/>
            <ac:grpSpMk id="15" creationId="{1FD67D68-9B83-C338-8342-3348D8F22347}"/>
          </ac:grpSpMkLst>
        </pc:grpChg>
        <pc:grpChg chg="add del">
          <ac:chgData name="Zukhanyise Vitshima" userId="571cbfe795db5cd1" providerId="LiveId" clId="{6C86279F-E201-4D57-90D6-CF37679AAD6C}" dt="2025-10-20T13:40:42.159" v="1164" actId="26606"/>
          <ac:grpSpMkLst>
            <pc:docMk/>
            <pc:sldMk cId="128010193" sldId="258"/>
            <ac:grpSpMk id="28" creationId="{1FD67D68-9B83-C338-8342-3348D8F22347}"/>
          </ac:grpSpMkLst>
        </pc:grpChg>
        <pc:grpChg chg="add del">
          <ac:chgData name="Zukhanyise Vitshima" userId="571cbfe795db5cd1" providerId="LiveId" clId="{6C86279F-E201-4D57-90D6-CF37679AAD6C}" dt="2025-10-20T13:40:53.103" v="1172" actId="26606"/>
          <ac:grpSpMkLst>
            <pc:docMk/>
            <pc:sldMk cId="128010193" sldId="258"/>
            <ac:grpSpMk id="29" creationId="{DD354807-230F-4402-B1B9-F733A8F1F190}"/>
          </ac:grpSpMkLst>
        </pc:grpChg>
        <pc:graphicFrameChg chg="add del">
          <ac:chgData name="Zukhanyise Vitshima" userId="571cbfe795db5cd1" providerId="LiveId" clId="{6C86279F-E201-4D57-90D6-CF37679AAD6C}" dt="2025-10-20T13:40:45.648" v="1166" actId="26606"/>
          <ac:graphicFrameMkLst>
            <pc:docMk/>
            <pc:sldMk cId="128010193" sldId="258"/>
            <ac:graphicFrameMk id="12" creationId="{B613E0D5-1399-6AEF-D3D3-0B3DA8348B33}"/>
          </ac:graphicFrameMkLst>
        </pc:graphicFrameChg>
        <pc:graphicFrameChg chg="add del">
          <ac:chgData name="Zukhanyise Vitshima" userId="571cbfe795db5cd1" providerId="LiveId" clId="{6C86279F-E201-4D57-90D6-CF37679AAD6C}" dt="2025-10-20T13:40:48.367" v="1168" actId="26606"/>
          <ac:graphicFrameMkLst>
            <pc:docMk/>
            <pc:sldMk cId="128010193" sldId="258"/>
            <ac:graphicFrameMk id="14" creationId="{72ED1C1B-C3F3-616D-17C3-61E881B079B7}"/>
          </ac:graphicFrameMkLst>
        </pc:graphicFrameChg>
        <pc:graphicFrameChg chg="add del">
          <ac:chgData name="Zukhanyise Vitshima" userId="571cbfe795db5cd1" providerId="LiveId" clId="{6C86279F-E201-4D57-90D6-CF37679AAD6C}" dt="2025-10-20T13:40:50.464" v="1170" actId="26606"/>
          <ac:graphicFrameMkLst>
            <pc:docMk/>
            <pc:sldMk cId="128010193" sldId="258"/>
            <ac:graphicFrameMk id="16" creationId="{84EEF234-37FA-494F-9012-12187A8C4857}"/>
          </ac:graphicFrameMkLst>
        </pc:graphicFrameChg>
        <pc:picChg chg="add del mod">
          <ac:chgData name="Zukhanyise Vitshima" userId="571cbfe795db5cd1" providerId="LiveId" clId="{6C86279F-E201-4D57-90D6-CF37679AAD6C}" dt="2025-10-20T13:26:40.333" v="1035" actId="478"/>
          <ac:picMkLst>
            <pc:docMk/>
            <pc:sldMk cId="128010193" sldId="258"/>
            <ac:picMk id="6" creationId="{1A1517EE-2238-316C-4375-1176790D79EA}"/>
          </ac:picMkLst>
        </pc:picChg>
        <pc:picChg chg="add mod">
          <ac:chgData name="Zukhanyise Vitshima" userId="571cbfe795db5cd1" providerId="LiveId" clId="{6C86279F-E201-4D57-90D6-CF37679AAD6C}" dt="2025-10-20T13:43:03.509" v="1190" actId="14100"/>
          <ac:picMkLst>
            <pc:docMk/>
            <pc:sldMk cId="128010193" sldId="258"/>
            <ac:picMk id="10" creationId="{42C2B66A-1E06-F7E0-EEE3-93F4E309D140}"/>
          </ac:picMkLst>
        </pc:picChg>
      </pc:sldChg>
      <pc:sldChg chg="new del">
        <pc:chgData name="Zukhanyise Vitshima" userId="571cbfe795db5cd1" providerId="LiveId" clId="{6C86279F-E201-4D57-90D6-CF37679AAD6C}" dt="2025-10-20T12:18:05.648" v="864" actId="47"/>
        <pc:sldMkLst>
          <pc:docMk/>
          <pc:sldMk cId="1042423406" sldId="258"/>
        </pc:sldMkLst>
      </pc:sldChg>
      <pc:sldChg chg="new del">
        <pc:chgData name="Zukhanyise Vitshima" userId="571cbfe795db5cd1" providerId="LiveId" clId="{6C86279F-E201-4D57-90D6-CF37679AAD6C}" dt="2025-10-20T11:58:08.375" v="846" actId="47"/>
        <pc:sldMkLst>
          <pc:docMk/>
          <pc:sldMk cId="1931377462" sldId="258"/>
        </pc:sldMkLst>
      </pc:sldChg>
      <pc:sldChg chg="new del">
        <pc:chgData name="Zukhanyise Vitshima" userId="571cbfe795db5cd1" providerId="LiveId" clId="{6C86279F-E201-4D57-90D6-CF37679AAD6C}" dt="2025-10-20T11:58:20.223" v="848" actId="47"/>
        <pc:sldMkLst>
          <pc:docMk/>
          <pc:sldMk cId="3332657216" sldId="258"/>
        </pc:sldMkLst>
      </pc:sldChg>
      <pc:sldChg chg="addSp delSp modSp new mod setBg">
        <pc:chgData name="Zukhanyise Vitshima" userId="571cbfe795db5cd1" providerId="LiveId" clId="{6C86279F-E201-4D57-90D6-CF37679AAD6C}" dt="2025-10-20T14:23:42.654" v="1905"/>
        <pc:sldMkLst>
          <pc:docMk/>
          <pc:sldMk cId="3887610384" sldId="259"/>
        </pc:sldMkLst>
        <pc:spChg chg="mod">
          <ac:chgData name="Zukhanyise Vitshima" userId="571cbfe795db5cd1" providerId="LiveId" clId="{6C86279F-E201-4D57-90D6-CF37679AAD6C}" dt="2025-10-20T14:20:04.565" v="1680" actId="255"/>
          <ac:spMkLst>
            <pc:docMk/>
            <pc:sldMk cId="3887610384" sldId="259"/>
            <ac:spMk id="2" creationId="{86B819E7-0C1A-40FA-1A7C-63254361DDBC}"/>
          </ac:spMkLst>
        </pc:spChg>
        <pc:spChg chg="add del mod">
          <ac:chgData name="Zukhanyise Vitshima" userId="571cbfe795db5cd1" providerId="LiveId" clId="{6C86279F-E201-4D57-90D6-CF37679AAD6C}" dt="2025-10-20T14:22:31.944" v="1872" actId="255"/>
          <ac:spMkLst>
            <pc:docMk/>
            <pc:sldMk cId="3887610384" sldId="259"/>
            <ac:spMk id="3" creationId="{334E64F6-EEE8-D6F2-6C8E-1A9665A6365D}"/>
          </ac:spMkLst>
        </pc:spChg>
        <pc:graphicFrameChg chg="add del">
          <ac:chgData name="Zukhanyise Vitshima" userId="571cbfe795db5cd1" providerId="LiveId" clId="{6C86279F-E201-4D57-90D6-CF37679AAD6C}" dt="2025-10-20T14:19:03.503" v="1673" actId="26606"/>
          <ac:graphicFrameMkLst>
            <pc:docMk/>
            <pc:sldMk cId="3887610384" sldId="259"/>
            <ac:graphicFrameMk id="5" creationId="{D4F18D1A-63C6-B425-9C0D-42F633A83275}"/>
          </ac:graphicFrameMkLst>
        </pc:graphicFrameChg>
        <pc:graphicFrameChg chg="add del">
          <ac:chgData name="Zukhanyise Vitshima" userId="571cbfe795db5cd1" providerId="LiveId" clId="{6C86279F-E201-4D57-90D6-CF37679AAD6C}" dt="2025-10-20T14:19:20.904" v="1675" actId="26606"/>
          <ac:graphicFrameMkLst>
            <pc:docMk/>
            <pc:sldMk cId="3887610384" sldId="259"/>
            <ac:graphicFrameMk id="6" creationId="{91942462-9FB9-46CB-FEC6-F1F0524F0A89}"/>
          </ac:graphicFrameMkLst>
        </pc:graphicFrameChg>
        <pc:graphicFrameChg chg="add del">
          <ac:chgData name="Zukhanyise Vitshima" userId="571cbfe795db5cd1" providerId="LiveId" clId="{6C86279F-E201-4D57-90D6-CF37679AAD6C}" dt="2025-10-20T14:19:33.775" v="1677" actId="26606"/>
          <ac:graphicFrameMkLst>
            <pc:docMk/>
            <pc:sldMk cId="3887610384" sldId="259"/>
            <ac:graphicFrameMk id="8" creationId="{A4F99CBA-C20E-45F0-5FBC-E73D9839D3F0}"/>
          </ac:graphicFrameMkLst>
        </pc:graphicFrameChg>
      </pc:sldChg>
      <pc:sldChg chg="addSp delSp modSp new mod setBg">
        <pc:chgData name="Zukhanyise Vitshima" userId="571cbfe795db5cd1" providerId="LiveId" clId="{6C86279F-E201-4D57-90D6-CF37679AAD6C}" dt="2025-10-20T19:39:11.731" v="2182"/>
        <pc:sldMkLst>
          <pc:docMk/>
          <pc:sldMk cId="1907477263" sldId="260"/>
        </pc:sldMkLst>
        <pc:spChg chg="mod">
          <ac:chgData name="Zukhanyise Vitshima" userId="571cbfe795db5cd1" providerId="LiveId" clId="{6C86279F-E201-4D57-90D6-CF37679AAD6C}" dt="2025-10-20T19:26:20.799" v="2093" actId="113"/>
          <ac:spMkLst>
            <pc:docMk/>
            <pc:sldMk cId="1907477263" sldId="260"/>
            <ac:spMk id="2" creationId="{F5F05DE3-0449-D85D-E97C-D068F551995A}"/>
          </ac:spMkLst>
        </pc:spChg>
        <pc:spChg chg="del">
          <ac:chgData name="Zukhanyise Vitshima" userId="571cbfe795db5cd1" providerId="LiveId" clId="{6C86279F-E201-4D57-90D6-CF37679AAD6C}" dt="2025-10-20T19:37:28.115" v="2170" actId="931"/>
          <ac:spMkLst>
            <pc:docMk/>
            <pc:sldMk cId="1907477263" sldId="260"/>
            <ac:spMk id="3" creationId="{D0A0974D-45CD-569B-A26A-36952BBC8A5C}"/>
          </ac:spMkLst>
        </pc:spChg>
        <pc:spChg chg="mod">
          <ac:chgData name="Zukhanyise Vitshima" userId="571cbfe795db5cd1" providerId="LiveId" clId="{6C86279F-E201-4D57-90D6-CF37679AAD6C}" dt="2025-10-20T19:37:50.817" v="2177" actId="14100"/>
          <ac:spMkLst>
            <pc:docMk/>
            <pc:sldMk cId="1907477263" sldId="260"/>
            <ac:spMk id="4" creationId="{E502BD53-2E3C-5644-A72D-7FAF09D64186}"/>
          </ac:spMkLst>
        </pc:spChg>
        <pc:picChg chg="add mod">
          <ac:chgData name="Zukhanyise Vitshima" userId="571cbfe795db5cd1" providerId="LiveId" clId="{6C86279F-E201-4D57-90D6-CF37679AAD6C}" dt="2025-10-20T19:38:00.745" v="2179" actId="14100"/>
          <ac:picMkLst>
            <pc:docMk/>
            <pc:sldMk cId="1907477263" sldId="260"/>
            <ac:picMk id="6" creationId="{4B4A777E-9FC0-8603-5B68-44B03AA61572}"/>
          </ac:picMkLst>
        </pc:picChg>
      </pc:sldChg>
      <pc:sldChg chg="modSp new del mod">
        <pc:chgData name="Zukhanyise Vitshima" userId="571cbfe795db5cd1" providerId="LiveId" clId="{6C86279F-E201-4D57-90D6-CF37679AAD6C}" dt="2025-10-20T19:25:18.872" v="2047" actId="47"/>
        <pc:sldMkLst>
          <pc:docMk/>
          <pc:sldMk cId="4091284923" sldId="260"/>
        </pc:sldMkLst>
        <pc:spChg chg="mod">
          <ac:chgData name="Zukhanyise Vitshima" userId="571cbfe795db5cd1" providerId="LiveId" clId="{6C86279F-E201-4D57-90D6-CF37679AAD6C}" dt="2025-10-20T19:05:30.596" v="1950" actId="113"/>
          <ac:spMkLst>
            <pc:docMk/>
            <pc:sldMk cId="4091284923" sldId="260"/>
            <ac:spMk id="2" creationId="{CEABC9EB-FF2F-6251-A7B0-8E786AC1DFBB}"/>
          </ac:spMkLst>
        </pc:spChg>
        <pc:spChg chg="mod">
          <ac:chgData name="Zukhanyise Vitshima" userId="571cbfe795db5cd1" providerId="LiveId" clId="{6C86279F-E201-4D57-90D6-CF37679AAD6C}" dt="2025-10-20T19:24:34.340" v="2040" actId="14100"/>
          <ac:spMkLst>
            <pc:docMk/>
            <pc:sldMk cId="4091284923" sldId="260"/>
            <ac:spMk id="3" creationId="{49EB991E-66CC-6715-0651-AAB7BD0BBD29}"/>
          </ac:spMkLst>
        </pc:spChg>
        <pc:spChg chg="mod">
          <ac:chgData name="Zukhanyise Vitshima" userId="571cbfe795db5cd1" providerId="LiveId" clId="{6C86279F-E201-4D57-90D6-CF37679AAD6C}" dt="2025-10-20T19:25:13.124" v="2046" actId="12"/>
          <ac:spMkLst>
            <pc:docMk/>
            <pc:sldMk cId="4091284923" sldId="260"/>
            <ac:spMk id="4" creationId="{309063E1-C509-6213-B913-0BE110179295}"/>
          </ac:spMkLst>
        </pc:spChg>
      </pc:sldChg>
      <pc:sldChg chg="addSp delSp modSp new mod setBg modClrScheme chgLayout">
        <pc:chgData name="Zukhanyise Vitshima" userId="571cbfe795db5cd1" providerId="LiveId" clId="{6C86279F-E201-4D57-90D6-CF37679AAD6C}" dt="2025-10-20T20:28:06.273" v="2422"/>
        <pc:sldMkLst>
          <pc:docMk/>
          <pc:sldMk cId="691698196" sldId="261"/>
        </pc:sldMkLst>
        <pc:spChg chg="mod ord">
          <ac:chgData name="Zukhanyise Vitshima" userId="571cbfe795db5cd1" providerId="LiveId" clId="{6C86279F-E201-4D57-90D6-CF37679AAD6C}" dt="2025-10-20T19:54:31.417" v="2256" actId="14100"/>
          <ac:spMkLst>
            <pc:docMk/>
            <pc:sldMk cId="691698196" sldId="261"/>
            <ac:spMk id="2" creationId="{0A968E29-7593-1D64-3AEB-4B6F3B4FE0A7}"/>
          </ac:spMkLst>
        </pc:spChg>
        <pc:spChg chg="mod ord">
          <ac:chgData name="Zukhanyise Vitshima" userId="571cbfe795db5cd1" providerId="LiveId" clId="{6C86279F-E201-4D57-90D6-CF37679AAD6C}" dt="2025-10-20T19:59:26.066" v="2419" actId="14100"/>
          <ac:spMkLst>
            <pc:docMk/>
            <pc:sldMk cId="691698196" sldId="261"/>
            <ac:spMk id="3" creationId="{FC7548FD-2F67-8D71-AE6C-FE2AFA17FE9C}"/>
          </ac:spMkLst>
        </pc:spChg>
        <pc:spChg chg="add del mod ord">
          <ac:chgData name="Zukhanyise Vitshima" userId="571cbfe795db5cd1" providerId="LiveId" clId="{6C86279F-E201-4D57-90D6-CF37679AAD6C}" dt="2025-10-20T19:54:11.858" v="2254" actId="700"/>
          <ac:spMkLst>
            <pc:docMk/>
            <pc:sldMk cId="691698196" sldId="261"/>
            <ac:spMk id="4" creationId="{4CF7E8F5-1679-89FF-DCB2-7FF29784C6FE}"/>
          </ac:spMkLst>
        </pc:spChg>
      </pc:sldChg>
      <pc:sldChg chg="modSp new mod setBg">
        <pc:chgData name="Zukhanyise Vitshima" userId="571cbfe795db5cd1" providerId="LiveId" clId="{6C86279F-E201-4D57-90D6-CF37679AAD6C}" dt="2025-10-20T21:02:51.811" v="2704"/>
        <pc:sldMkLst>
          <pc:docMk/>
          <pc:sldMk cId="934361373" sldId="262"/>
        </pc:sldMkLst>
        <pc:spChg chg="mod">
          <ac:chgData name="Zukhanyise Vitshima" userId="571cbfe795db5cd1" providerId="LiveId" clId="{6C86279F-E201-4D57-90D6-CF37679AAD6C}" dt="2025-10-20T20:39:24.702" v="2452" actId="14100"/>
          <ac:spMkLst>
            <pc:docMk/>
            <pc:sldMk cId="934361373" sldId="262"/>
            <ac:spMk id="2" creationId="{5D3157E8-9C8D-25C9-B77E-2C43E8778F68}"/>
          </ac:spMkLst>
        </pc:spChg>
        <pc:spChg chg="mod">
          <ac:chgData name="Zukhanyise Vitshima" userId="571cbfe795db5cd1" providerId="LiveId" clId="{6C86279F-E201-4D57-90D6-CF37679AAD6C}" dt="2025-10-20T21:02:08.443" v="2701"/>
          <ac:spMkLst>
            <pc:docMk/>
            <pc:sldMk cId="934361373" sldId="262"/>
            <ac:spMk id="3" creationId="{DA1E4BF4-97AF-387C-4D2E-57C215B3206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A8428-3D48-8345-BC11-B7EA7097D8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3D3C2C94-5F60-546E-DE5F-8AD8DF1C71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92ACA7F5-B096-F250-E883-EDADC68D8446}"/>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5" name="Footer Placeholder 4">
            <a:extLst>
              <a:ext uri="{FF2B5EF4-FFF2-40B4-BE49-F238E27FC236}">
                <a16:creationId xmlns:a16="http://schemas.microsoft.com/office/drawing/2014/main" id="{CE22E49F-AAC5-552B-3A1C-C0EB750304B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5B9D725-CACB-C27D-B293-FB301D07D4C1}"/>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397899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F176F-CE05-E34F-82B6-42D173B1B2DC}"/>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5146018-D63B-3CB7-1BF5-E08E80C131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1686AFC-6A38-0FAC-E22C-A8C11A4E02A8}"/>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5" name="Footer Placeholder 4">
            <a:extLst>
              <a:ext uri="{FF2B5EF4-FFF2-40B4-BE49-F238E27FC236}">
                <a16:creationId xmlns:a16="http://schemas.microsoft.com/office/drawing/2014/main" id="{0FE20CFD-46D8-D112-AC89-B57CB005143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335EE22-D2F6-4458-D8AB-C8BA97D0B70F}"/>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837623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245AF-8869-FB82-3E23-9C7E4F0492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6762D1EB-00CA-B38C-AC35-B847A19B1A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24576B-B77A-235B-AE41-6A917FDEA38E}"/>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5" name="Footer Placeholder 4">
            <a:extLst>
              <a:ext uri="{FF2B5EF4-FFF2-40B4-BE49-F238E27FC236}">
                <a16:creationId xmlns:a16="http://schemas.microsoft.com/office/drawing/2014/main" id="{18CA9E63-B7D9-C1CD-A96D-F8A4413B2E4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C3B9185-C036-A834-7059-569F56FEED9A}"/>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1513997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043F5-C654-6F93-5B64-DC734D4E57F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9FB8D467-8887-8AA3-3910-5D4C6FC1D8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5A7D61F0-D7FE-1DD0-98D9-A0BAC592AA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DD549A96-EB12-632B-D7F3-C67F9F88851A}"/>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6" name="Footer Placeholder 5">
            <a:extLst>
              <a:ext uri="{FF2B5EF4-FFF2-40B4-BE49-F238E27FC236}">
                <a16:creationId xmlns:a16="http://schemas.microsoft.com/office/drawing/2014/main" id="{784C5658-7B61-A4B7-D466-C1BFA88F490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009CA1C-9F6A-C6E7-0E44-3548B49CB597}"/>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3362078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A2E22-D3E0-70CB-353F-D1C888D9BFA2}"/>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B7E22C89-8A8D-6DB4-DE07-999825992F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79033D-B8BE-770F-DD05-C9CDEB739B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4AE17B1F-00E5-062C-EB45-D750682086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A36EE8-9DFD-7589-8FFF-39816C8FCD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B587BF49-4CD3-FCBF-EE97-A88B16B3B124}"/>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8" name="Footer Placeholder 7">
            <a:extLst>
              <a:ext uri="{FF2B5EF4-FFF2-40B4-BE49-F238E27FC236}">
                <a16:creationId xmlns:a16="http://schemas.microsoft.com/office/drawing/2014/main" id="{B603ACC5-8CED-7BA3-63FC-DF8F54F9635B}"/>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3F034CD4-BE86-9557-E06B-CB8B483087A8}"/>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370582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8EE43-F724-46C1-540C-ABBE6DB314EF}"/>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DC4B055-1C80-EEFD-D6C3-F505C2DA1F61}"/>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4" name="Footer Placeholder 3">
            <a:extLst>
              <a:ext uri="{FF2B5EF4-FFF2-40B4-BE49-F238E27FC236}">
                <a16:creationId xmlns:a16="http://schemas.microsoft.com/office/drawing/2014/main" id="{6153342C-77D8-68BF-8EFB-3DA55E48B1C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E9262D9-48C4-1F6A-DFF4-6FF0AE7967B0}"/>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2176526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0ECD45-383F-FDE8-B510-654B80B4BBF5}"/>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3" name="Footer Placeholder 2">
            <a:extLst>
              <a:ext uri="{FF2B5EF4-FFF2-40B4-BE49-F238E27FC236}">
                <a16:creationId xmlns:a16="http://schemas.microsoft.com/office/drawing/2014/main" id="{B58B00EE-543E-D3B5-B16D-EAB5C72877D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CCD926E-6422-9C6C-AD36-D3F115B4EA86}"/>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314769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296F8-B86A-8611-0E83-1C31B4003F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250E7D6-3A66-90FA-A054-254AFC7AA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C750FE4F-E933-DE50-7B80-C27331E5EA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F74AB-3D1D-F747-1C23-5CC0267AEA92}"/>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6" name="Footer Placeholder 5">
            <a:extLst>
              <a:ext uri="{FF2B5EF4-FFF2-40B4-BE49-F238E27FC236}">
                <a16:creationId xmlns:a16="http://schemas.microsoft.com/office/drawing/2014/main" id="{5668E786-C120-BFB2-E868-D2338EA3699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9BE93C9-D241-5FAC-8543-60AC6F9FAC2F}"/>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2291410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3B79B-1C6C-ABA6-D652-04A4960E3D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B63636E-3AAB-E063-E352-EEEFE00B79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2618249A-FE30-5698-508B-B469E7993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7111E8-EBD0-CFEB-3085-4FDDBC79C01B}"/>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6" name="Footer Placeholder 5">
            <a:extLst>
              <a:ext uri="{FF2B5EF4-FFF2-40B4-BE49-F238E27FC236}">
                <a16:creationId xmlns:a16="http://schemas.microsoft.com/office/drawing/2014/main" id="{39A48E1B-D1A4-17B9-B5A9-F50CA6FEEFE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1DAF107-98D5-B6B7-3157-9113CFDEA319}"/>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288697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29525-1442-A120-21E4-28438618F24E}"/>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F48B8BC-A775-F664-1EFA-96455A8A9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5123CD0-E0EC-6DD4-637E-915BF72686E0}"/>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5" name="Footer Placeholder 4">
            <a:extLst>
              <a:ext uri="{FF2B5EF4-FFF2-40B4-BE49-F238E27FC236}">
                <a16:creationId xmlns:a16="http://schemas.microsoft.com/office/drawing/2014/main" id="{B13ED4C5-6F79-D68E-A0AA-6B3B31C9503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C396B1B-DC0D-F8F1-40AC-7AF5EE79DCA6}"/>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2132464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F394CC-812E-7E6F-391B-BCFCAA5536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B2B92CB-714C-BA82-F3EF-E146B2B43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AA51014-A29B-54C7-4649-EF0918D7A7BB}"/>
              </a:ext>
            </a:extLst>
          </p:cNvPr>
          <p:cNvSpPr>
            <a:spLocks noGrp="1"/>
          </p:cNvSpPr>
          <p:nvPr>
            <p:ph type="dt" sz="half" idx="10"/>
          </p:nvPr>
        </p:nvSpPr>
        <p:spPr/>
        <p:txBody>
          <a:bodyPr/>
          <a:lstStyle/>
          <a:p>
            <a:fld id="{5CB66331-2A37-4603-AB38-E9722E71A917}" type="datetimeFigureOut">
              <a:rPr lang="en-ZA" smtClean="0"/>
              <a:t>2025/10/20</a:t>
            </a:fld>
            <a:endParaRPr lang="en-ZA"/>
          </a:p>
        </p:txBody>
      </p:sp>
      <p:sp>
        <p:nvSpPr>
          <p:cNvPr id="5" name="Footer Placeholder 4">
            <a:extLst>
              <a:ext uri="{FF2B5EF4-FFF2-40B4-BE49-F238E27FC236}">
                <a16:creationId xmlns:a16="http://schemas.microsoft.com/office/drawing/2014/main" id="{7783DBB9-BB79-1DBB-1D67-613AC3393F8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AA7EBF0-2011-EDD7-A1D9-DFF840586CA8}"/>
              </a:ext>
            </a:extLst>
          </p:cNvPr>
          <p:cNvSpPr>
            <a:spLocks noGrp="1"/>
          </p:cNvSpPr>
          <p:nvPr>
            <p:ph type="sldNum" sz="quarter" idx="12"/>
          </p:nvPr>
        </p:nvSpPr>
        <p:spPr/>
        <p:txBody>
          <a:bodyPr/>
          <a:lstStyle/>
          <a:p>
            <a:fld id="{FF7D4EC4-A5F6-4D63-8DA4-2716AF4E35B8}" type="slidenum">
              <a:rPr lang="en-ZA" smtClean="0"/>
              <a:t>‹#›</a:t>
            </a:fld>
            <a:endParaRPr lang="en-ZA"/>
          </a:p>
        </p:txBody>
      </p:sp>
    </p:spTree>
    <p:extLst>
      <p:ext uri="{BB962C8B-B14F-4D97-AF65-F5344CB8AC3E}">
        <p14:creationId xmlns:p14="http://schemas.microsoft.com/office/powerpoint/2010/main" val="452899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4E28F7-D7B4-FCC7-3104-CADA9A68E7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F98BD59-07D8-2EE3-A94E-691ACE63BB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3A73B09-F54F-4F7E-8AAB-537578A748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B66331-2A37-4603-AB38-E9722E71A917}" type="datetimeFigureOut">
              <a:rPr lang="en-ZA" smtClean="0"/>
              <a:t>2025/10/20</a:t>
            </a:fld>
            <a:endParaRPr lang="en-ZA"/>
          </a:p>
        </p:txBody>
      </p:sp>
      <p:sp>
        <p:nvSpPr>
          <p:cNvPr id="5" name="Footer Placeholder 4">
            <a:extLst>
              <a:ext uri="{FF2B5EF4-FFF2-40B4-BE49-F238E27FC236}">
                <a16:creationId xmlns:a16="http://schemas.microsoft.com/office/drawing/2014/main" id="{17B9BF61-CAAD-A36C-C215-CFD06051EA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5298C0F-C93C-867E-4D1A-A0D791B119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7D4EC4-A5F6-4D63-8DA4-2716AF4E35B8}" type="slidenum">
              <a:rPr lang="en-ZA" smtClean="0"/>
              <a:t>‹#›</a:t>
            </a:fld>
            <a:endParaRPr lang="en-ZA"/>
          </a:p>
        </p:txBody>
      </p:sp>
    </p:spTree>
    <p:extLst>
      <p:ext uri="{BB962C8B-B14F-4D97-AF65-F5344CB8AC3E}">
        <p14:creationId xmlns:p14="http://schemas.microsoft.com/office/powerpoint/2010/main" val="38799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britannica.com/topic/cybercrime?utm_source=chatgpt.com" TargetMode="External"/><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6000"/>
            <a:lum/>
          </a:blip>
          <a:srcRect/>
          <a:stretch>
            <a:fillRect l="-4000" r="-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FDB9-C57F-3EFF-7CAF-9A1926D4E9BC}"/>
              </a:ext>
            </a:extLst>
          </p:cNvPr>
          <p:cNvSpPr>
            <a:spLocks noGrp="1"/>
          </p:cNvSpPr>
          <p:nvPr>
            <p:ph type="ctrTitle"/>
          </p:nvPr>
        </p:nvSpPr>
        <p:spPr/>
        <p:txBody>
          <a:bodyPr>
            <a:normAutofit fontScale="90000"/>
          </a:bodyPr>
          <a:lstStyle/>
          <a:p>
            <a:r>
              <a:rPr lang="en-ZA" dirty="0"/>
              <a:t>Cybersecurity Solution Proposal For Chris Hani Hospital Ransomware Crisis. </a:t>
            </a:r>
          </a:p>
        </p:txBody>
      </p:sp>
      <p:sp>
        <p:nvSpPr>
          <p:cNvPr id="3" name="Subtitle 2">
            <a:extLst>
              <a:ext uri="{FF2B5EF4-FFF2-40B4-BE49-F238E27FC236}">
                <a16:creationId xmlns:a16="http://schemas.microsoft.com/office/drawing/2014/main" id="{04F3570C-01CE-0E30-4C80-0A55EA83FE1C}"/>
              </a:ext>
            </a:extLst>
          </p:cNvPr>
          <p:cNvSpPr>
            <a:spLocks noGrp="1"/>
          </p:cNvSpPr>
          <p:nvPr>
            <p:ph type="subTitle" idx="1"/>
          </p:nvPr>
        </p:nvSpPr>
        <p:spPr/>
        <p:txBody>
          <a:bodyPr>
            <a:normAutofit fontScale="25000" lnSpcReduction="20000"/>
          </a:bodyPr>
          <a:lstStyle/>
          <a:p>
            <a:r>
              <a:rPr lang="en-ZA" sz="11200" b="1" dirty="0"/>
              <a:t>Prepared by </a:t>
            </a:r>
            <a:r>
              <a:rPr lang="en-ZA" sz="11200" b="1" u="sng" dirty="0"/>
              <a:t>InnovateIT</a:t>
            </a:r>
          </a:p>
          <a:p>
            <a:r>
              <a:rPr lang="en-ZA" sz="11200" b="1" dirty="0"/>
              <a:t>InnovateIT company members:</a:t>
            </a:r>
            <a:r>
              <a:rPr lang="en-ZA" sz="2900" b="1" dirty="0"/>
              <a:t>: </a:t>
            </a:r>
            <a:r>
              <a:rPr lang="en-ZA" sz="9600" dirty="0"/>
              <a:t>Zoko Aphile</a:t>
            </a:r>
          </a:p>
          <a:p>
            <a:r>
              <a:rPr lang="en-ZA" sz="9600" b="1" dirty="0"/>
              <a:t>                                                                                                </a:t>
            </a:r>
            <a:r>
              <a:rPr lang="en-ZA" sz="9600" dirty="0"/>
              <a:t>Mashobane Erwin</a:t>
            </a:r>
            <a:endParaRPr lang="en-ZA" sz="9600" b="1" dirty="0"/>
          </a:p>
          <a:p>
            <a:r>
              <a:rPr lang="en-ZA" sz="9600" b="1" dirty="0"/>
              <a:t>                                                                                        </a:t>
            </a:r>
            <a:r>
              <a:rPr lang="en-ZA" sz="9600" dirty="0"/>
              <a:t>Kabuya  Josue</a:t>
            </a:r>
            <a:endParaRPr lang="en-ZA" sz="9600" b="1" dirty="0"/>
          </a:p>
          <a:p>
            <a:r>
              <a:rPr lang="en-ZA" sz="9600" b="1" dirty="0"/>
              <a:t>                                                                                                    </a:t>
            </a:r>
            <a:r>
              <a:rPr lang="en-ZA" sz="9600" dirty="0"/>
              <a:t>Mathikge Kamogelo</a:t>
            </a:r>
          </a:p>
          <a:p>
            <a:r>
              <a:rPr lang="en-ZA" sz="9600" dirty="0"/>
              <a:t>                                                                                                    Vitshima Zukhanyise</a:t>
            </a:r>
          </a:p>
        </p:txBody>
      </p:sp>
    </p:spTree>
    <p:extLst>
      <p:ext uri="{BB962C8B-B14F-4D97-AF65-F5344CB8AC3E}">
        <p14:creationId xmlns:p14="http://schemas.microsoft.com/office/powerpoint/2010/main" val="919274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A7C091-A1FC-7378-56E3-34C1972D8FCD}"/>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sz="2800" kern="1200">
                <a:solidFill>
                  <a:schemeClr val="tx1"/>
                </a:solidFill>
                <a:latin typeface="+mj-lt"/>
                <a:ea typeface="+mj-ea"/>
                <a:cs typeface="+mj-cs"/>
              </a:rPr>
              <a:t>INTRODUCTION TO  CYBERSECURITY IN THE 21</a:t>
            </a:r>
            <a:r>
              <a:rPr lang="en-US" sz="2800" kern="1200" baseline="30000">
                <a:solidFill>
                  <a:schemeClr val="tx1"/>
                </a:solidFill>
                <a:latin typeface="+mj-lt"/>
                <a:ea typeface="+mj-ea"/>
                <a:cs typeface="+mj-cs"/>
              </a:rPr>
              <a:t>ST</a:t>
            </a:r>
            <a:r>
              <a:rPr lang="en-US" sz="2800" kern="1200">
                <a:solidFill>
                  <a:schemeClr val="tx1"/>
                </a:solidFill>
                <a:latin typeface="+mj-lt"/>
                <a:ea typeface="+mj-ea"/>
                <a:cs typeface="+mj-cs"/>
              </a:rPr>
              <a:t> CENTURY.</a:t>
            </a:r>
          </a:p>
        </p:txBody>
      </p:sp>
      <p:sp>
        <p:nvSpPr>
          <p:cNvPr id="40" name="Freeform: Shape 3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Content Placeholder 8" descr="A computer screen with icons&#10;&#10;AI-generated content may be incorrect.">
            <a:extLst>
              <a:ext uri="{FF2B5EF4-FFF2-40B4-BE49-F238E27FC236}">
                <a16:creationId xmlns:a16="http://schemas.microsoft.com/office/drawing/2014/main" id="{77E7BC82-AF2C-7C02-2D74-ED2B36B3BB2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111" r="-1" b="-1"/>
          <a:stretch>
            <a:fillRect/>
          </a:stretch>
        </p:blipFill>
        <p:spPr>
          <a:xfrm>
            <a:off x="327804" y="1805056"/>
            <a:ext cx="5458838" cy="321551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Text Placeholder 3">
            <a:extLst>
              <a:ext uri="{FF2B5EF4-FFF2-40B4-BE49-F238E27FC236}">
                <a16:creationId xmlns:a16="http://schemas.microsoft.com/office/drawing/2014/main" id="{95F2FEB2-9D08-D4C6-80A6-0FF93902A77A}"/>
              </a:ext>
            </a:extLst>
          </p:cNvPr>
          <p:cNvSpPr>
            <a:spLocks noGrp="1"/>
          </p:cNvSpPr>
          <p:nvPr>
            <p:ph type="body" sz="half" idx="2"/>
          </p:nvPr>
        </p:nvSpPr>
        <p:spPr>
          <a:xfrm>
            <a:off x="5894962" y="2000492"/>
            <a:ext cx="5458838" cy="4176471"/>
          </a:xfrm>
        </p:spPr>
        <p:txBody>
          <a:bodyPr vert="horz" lIns="91440" tIns="45720" rIns="91440" bIns="45720" rtlCol="0">
            <a:noAutofit/>
          </a:bodyPr>
          <a:lstStyle/>
          <a:p>
            <a:r>
              <a:rPr lang="en-US" sz="2000" dirty="0"/>
              <a:t>Cybercrime refers to illegal activities conducted through computers or networks, including hacking, identity theft, ransomware and online scams. The risk of cybercrime continues to grow as more people rely on online banking, e commerce and social media. Cybercriminals have now advanced by using tools like artificial intelligence and deepfakes to trick victims making it increasingly difficult to separate legitimate information from malicious attacks. These cyber attacks not only cause financial losses but also emotional stress and a loss of trust in digital systems.</a:t>
            </a:r>
          </a:p>
        </p:txBody>
      </p:sp>
    </p:spTree>
    <p:extLst>
      <p:ext uri="{BB962C8B-B14F-4D97-AF65-F5344CB8AC3E}">
        <p14:creationId xmlns:p14="http://schemas.microsoft.com/office/powerpoint/2010/main" val="3294771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2803BF7-30A6-2301-1825-FC0655841277}"/>
              </a:ext>
            </a:extLst>
          </p:cNvPr>
          <p:cNvSpPr>
            <a:spLocks noGrp="1"/>
          </p:cNvSpPr>
          <p:nvPr>
            <p:ph type="title"/>
          </p:nvPr>
        </p:nvSpPr>
        <p:spPr>
          <a:xfrm>
            <a:off x="838200" y="365125"/>
            <a:ext cx="5393361" cy="1325563"/>
          </a:xfrm>
        </p:spPr>
        <p:txBody>
          <a:bodyPr vert="horz" lIns="91440" tIns="45720" rIns="91440" bIns="45720" rtlCol="0" anchor="ctr">
            <a:normAutofit/>
          </a:bodyPr>
          <a:lstStyle/>
          <a:p>
            <a:r>
              <a:rPr lang="en-US" sz="4400" kern="1200">
                <a:solidFill>
                  <a:schemeClr val="tx1"/>
                </a:solidFill>
                <a:latin typeface="+mj-lt"/>
                <a:ea typeface="+mj-ea"/>
                <a:cs typeface="+mj-cs"/>
              </a:rPr>
              <a:t>Ethical Elements And Professional Conduct </a:t>
            </a:r>
          </a:p>
        </p:txBody>
      </p:sp>
      <p:sp>
        <p:nvSpPr>
          <p:cNvPr id="35" name="Freeform: Shape 34">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Text Placeholder 3">
            <a:extLst>
              <a:ext uri="{FF2B5EF4-FFF2-40B4-BE49-F238E27FC236}">
                <a16:creationId xmlns:a16="http://schemas.microsoft.com/office/drawing/2014/main" id="{BD41CC7E-BE6A-E0D7-95F9-8E5D8E808ED4}"/>
              </a:ext>
            </a:extLst>
          </p:cNvPr>
          <p:cNvSpPr>
            <a:spLocks noGrp="1"/>
          </p:cNvSpPr>
          <p:nvPr>
            <p:ph type="body" sz="half" idx="2"/>
          </p:nvPr>
        </p:nvSpPr>
        <p:spPr>
          <a:xfrm>
            <a:off x="391074" y="1621880"/>
            <a:ext cx="5840488" cy="5236120"/>
          </a:xfrm>
        </p:spPr>
        <p:txBody>
          <a:bodyPr vert="horz" lIns="91440" tIns="45720" rIns="91440" bIns="45720" rtlCol="0">
            <a:noAutofit/>
          </a:bodyPr>
          <a:lstStyle/>
          <a:p>
            <a:pPr>
              <a:spcBef>
                <a:spcPts val="0"/>
              </a:spcBef>
            </a:pPr>
            <a:r>
              <a:rPr lang="en-US" sz="1700" b="1" dirty="0"/>
              <a:t>Ethical Conduct &amp; Professional </a:t>
            </a:r>
          </a:p>
          <a:p>
            <a:pPr>
              <a:spcBef>
                <a:spcPts val="0"/>
              </a:spcBef>
            </a:pPr>
            <a:r>
              <a:rPr lang="en-US" sz="1700" dirty="0"/>
              <a:t>Cybersecurity professionals must act with integrity, confidentiality, and accountability. The (ISC)² Code of Ethics focuses on protecting society, acting legally and honorably, providing competent service, and advancing the profession. The ISACA Code promotes diligence, objectivity, and reporting unethical practices.</a:t>
            </a:r>
          </a:p>
          <a:p>
            <a:pPr>
              <a:spcBef>
                <a:spcPts val="0"/>
              </a:spcBef>
            </a:pPr>
            <a:r>
              <a:rPr lang="en-US" sz="1700" b="1" dirty="0"/>
              <a:t>Legal &amp; Regulatory Compliance</a:t>
            </a:r>
          </a:p>
          <a:p>
            <a:pPr>
              <a:spcBef>
                <a:spcPts val="0"/>
              </a:spcBef>
            </a:pPr>
            <a:r>
              <a:rPr lang="en-US" sz="1700" dirty="0"/>
              <a:t>In South Africa, the Cybercrimes Act (2020) and POPIA require data protection and legal reporting. International standards like ISO/IEC 27001 promote accountability and secure information management.</a:t>
            </a:r>
          </a:p>
          <a:p>
            <a:pPr>
              <a:spcBef>
                <a:spcPts val="0"/>
              </a:spcBef>
            </a:pPr>
            <a:r>
              <a:rPr lang="en-US" sz="1700" b="1" dirty="0"/>
              <a:t>Ethical Training &amp; Culture</a:t>
            </a:r>
          </a:p>
          <a:p>
            <a:pPr>
              <a:spcBef>
                <a:spcPts val="0"/>
              </a:spcBef>
            </a:pPr>
            <a:r>
              <a:rPr lang="en-US" sz="1700" dirty="0"/>
              <a:t>Continuous ethical training builds awareness and ensures responsible data handling </a:t>
            </a:r>
          </a:p>
          <a:p>
            <a:pPr>
              <a:spcBef>
                <a:spcPts val="0"/>
              </a:spcBef>
            </a:pPr>
            <a:r>
              <a:rPr lang="en-US" sz="1700" b="1" dirty="0"/>
              <a:t>Stakeholders</a:t>
            </a:r>
          </a:p>
          <a:p>
            <a:pPr>
              <a:spcBef>
                <a:spcPts val="0"/>
              </a:spcBef>
            </a:pPr>
            <a:r>
              <a:rPr lang="en-US" sz="1700" dirty="0"/>
              <a:t>Management, IT teams, medical staff, patients, consultants, and authorities must collaborate to ensure data security and effective crisis response.</a:t>
            </a:r>
          </a:p>
          <a:p>
            <a:pPr>
              <a:spcBef>
                <a:spcPts val="0"/>
              </a:spcBef>
            </a:pPr>
            <a:r>
              <a:rPr lang="en-US" sz="1700" b="1" dirty="0"/>
              <a:t>Conclusion</a:t>
            </a:r>
          </a:p>
          <a:p>
            <a:pPr>
              <a:spcBef>
                <a:spcPts val="0"/>
              </a:spcBef>
            </a:pPr>
            <a:r>
              <a:rPr lang="en-US" sz="1700" dirty="0"/>
              <a:t>Ethical behavior, compliance, and teamwork create a trustworthy and resilient cybersecurity environment.</a:t>
            </a:r>
          </a:p>
        </p:txBody>
      </p:sp>
      <p:sp>
        <p:nvSpPr>
          <p:cNvPr id="37" name="Oval 36">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A circuit board with text&#10;&#10;AI-generated content may be incorrect.">
            <a:extLst>
              <a:ext uri="{FF2B5EF4-FFF2-40B4-BE49-F238E27FC236}">
                <a16:creationId xmlns:a16="http://schemas.microsoft.com/office/drawing/2014/main" id="{42C2B66A-1E06-F7E0-EEE3-93F4E309D1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49007" y="1690687"/>
            <a:ext cx="4451919" cy="2656263"/>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38" name="Freeform: Shape 3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39" name="Straight Connector 3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Freeform: Shape 41">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8010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19E7-0C1A-40FA-1A7C-63254361DDBC}"/>
              </a:ext>
            </a:extLst>
          </p:cNvPr>
          <p:cNvSpPr>
            <a:spLocks noGrp="1"/>
          </p:cNvSpPr>
          <p:nvPr>
            <p:ph type="title"/>
          </p:nvPr>
        </p:nvSpPr>
        <p:spPr/>
        <p:txBody>
          <a:bodyPr>
            <a:normAutofit/>
          </a:bodyPr>
          <a:lstStyle/>
          <a:p>
            <a:r>
              <a:rPr lang="en-ZA" sz="4800" b="1" dirty="0"/>
              <a:t>Causes Of Attacks And Loopholes</a:t>
            </a:r>
          </a:p>
        </p:txBody>
      </p:sp>
      <p:sp>
        <p:nvSpPr>
          <p:cNvPr id="3" name="Content Placeholder 2">
            <a:extLst>
              <a:ext uri="{FF2B5EF4-FFF2-40B4-BE49-F238E27FC236}">
                <a16:creationId xmlns:a16="http://schemas.microsoft.com/office/drawing/2014/main" id="{334E64F6-EEE8-D6F2-6C8E-1A9665A6365D}"/>
              </a:ext>
            </a:extLst>
          </p:cNvPr>
          <p:cNvSpPr>
            <a:spLocks noGrp="1"/>
          </p:cNvSpPr>
          <p:nvPr>
            <p:ph idx="1"/>
          </p:nvPr>
        </p:nvSpPr>
        <p:spPr/>
        <p:txBody>
          <a:bodyPr/>
          <a:lstStyle/>
          <a:p>
            <a:pPr marL="0" indent="0">
              <a:buNone/>
            </a:pPr>
            <a:r>
              <a:rPr lang="en-ZA" b="1" dirty="0"/>
              <a:t>Potential causes of attacks and loopholes in Chris Hani Hospital:</a:t>
            </a:r>
          </a:p>
          <a:p>
            <a:r>
              <a:rPr lang="en-ZA" sz="2400" dirty="0"/>
              <a:t>Outdated software and unpatched operating systems </a:t>
            </a:r>
          </a:p>
          <a:p>
            <a:r>
              <a:rPr lang="en-ZA" sz="2400" dirty="0"/>
              <a:t>Weak or reused passwords and the absence of multi factor authentication</a:t>
            </a:r>
          </a:p>
          <a:p>
            <a:r>
              <a:rPr lang="en-ZA" sz="2400" dirty="0"/>
              <a:t>Inadequate staff training on cybersecurity awareness</a:t>
            </a:r>
          </a:p>
          <a:p>
            <a:r>
              <a:rPr lang="en-ZA" sz="2400" dirty="0"/>
              <a:t>Poor network segmentation </a:t>
            </a:r>
          </a:p>
          <a:p>
            <a:r>
              <a:rPr lang="en-ZA" sz="2400" dirty="0"/>
              <a:t>A lack of regular data backups or secure </a:t>
            </a:r>
            <a:r>
              <a:rPr lang="en-ZA" dirty="0"/>
              <a:t>offsite storage </a:t>
            </a:r>
          </a:p>
          <a:p>
            <a:r>
              <a:rPr lang="en-ZA" sz="2400" dirty="0"/>
              <a:t>Phishing emails, compromised links and malicious attachments  that employees unknowingly click</a:t>
            </a:r>
          </a:p>
          <a:p>
            <a:pPr marL="0" indent="0">
              <a:buNone/>
            </a:pPr>
            <a:endParaRPr lang="en-ZA" sz="2400" dirty="0"/>
          </a:p>
          <a:p>
            <a:endParaRPr lang="en-ZA" dirty="0"/>
          </a:p>
        </p:txBody>
      </p:sp>
    </p:spTree>
    <p:extLst>
      <p:ext uri="{BB962C8B-B14F-4D97-AF65-F5344CB8AC3E}">
        <p14:creationId xmlns:p14="http://schemas.microsoft.com/office/powerpoint/2010/main" val="3887610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alphaModFix amt="44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05DE3-0449-D85D-E97C-D068F551995A}"/>
              </a:ext>
            </a:extLst>
          </p:cNvPr>
          <p:cNvSpPr>
            <a:spLocks noGrp="1"/>
          </p:cNvSpPr>
          <p:nvPr>
            <p:ph type="title"/>
          </p:nvPr>
        </p:nvSpPr>
        <p:spPr/>
        <p:txBody>
          <a:bodyPr/>
          <a:lstStyle/>
          <a:p>
            <a:r>
              <a:rPr lang="en-ZA" b="1" dirty="0"/>
              <a:t>Immediate Response And Crisis Management</a:t>
            </a:r>
          </a:p>
        </p:txBody>
      </p:sp>
      <p:pic>
        <p:nvPicPr>
          <p:cNvPr id="6" name="Content Placeholder 5" descr="A group of people sitting around a table&#10;&#10;AI-generated content may be incorrect.">
            <a:extLst>
              <a:ext uri="{FF2B5EF4-FFF2-40B4-BE49-F238E27FC236}">
                <a16:creationId xmlns:a16="http://schemas.microsoft.com/office/drawing/2014/main" id="{4B4A777E-9FC0-8603-5B68-44B03AA615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83216" y="690113"/>
            <a:ext cx="5952075" cy="5710687"/>
          </a:xfrm>
        </p:spPr>
      </p:pic>
      <p:sp>
        <p:nvSpPr>
          <p:cNvPr id="4" name="Text Placeholder 3">
            <a:extLst>
              <a:ext uri="{FF2B5EF4-FFF2-40B4-BE49-F238E27FC236}">
                <a16:creationId xmlns:a16="http://schemas.microsoft.com/office/drawing/2014/main" id="{E502BD53-2E3C-5644-A72D-7FAF09D64186}"/>
              </a:ext>
            </a:extLst>
          </p:cNvPr>
          <p:cNvSpPr>
            <a:spLocks noGrp="1"/>
          </p:cNvSpPr>
          <p:nvPr>
            <p:ph type="body" sz="half" idx="2"/>
          </p:nvPr>
        </p:nvSpPr>
        <p:spPr>
          <a:xfrm>
            <a:off x="0" y="2057400"/>
            <a:ext cx="5400136" cy="4619444"/>
          </a:xfrm>
        </p:spPr>
        <p:txBody>
          <a:bodyPr>
            <a:normAutofit fontScale="85000" lnSpcReduction="20000"/>
          </a:bodyPr>
          <a:lstStyle/>
          <a:p>
            <a:pPr marL="342900" indent="-342900">
              <a:buFont typeface="Courier New" panose="02070309020205020404" pitchFamily="49" charset="0"/>
              <a:buChar char="o"/>
            </a:pPr>
            <a:r>
              <a:rPr lang="en-US" sz="2000" dirty="0">
                <a:latin typeface="Aptos" panose="020B0004020202020204" pitchFamily="34" charset="0"/>
              </a:rPr>
              <a:t>Activate the incident</a:t>
            </a:r>
            <a:r>
              <a:rPr lang="en-US" sz="2000" b="1" dirty="0">
                <a:latin typeface="Aptos" panose="020B0004020202020204" pitchFamily="34" charset="0"/>
              </a:rPr>
              <a:t> </a:t>
            </a:r>
            <a:r>
              <a:rPr lang="en-US" sz="2000" dirty="0">
                <a:latin typeface="Aptos" panose="020B0004020202020204" pitchFamily="34" charset="0"/>
              </a:rPr>
              <a:t>response</a:t>
            </a:r>
            <a:r>
              <a:rPr lang="en-US" sz="2000" b="1" dirty="0">
                <a:latin typeface="Aptos" panose="020B0004020202020204" pitchFamily="34" charset="0"/>
              </a:rPr>
              <a:t> </a:t>
            </a:r>
            <a:r>
              <a:rPr lang="en-US" sz="2000" dirty="0">
                <a:latin typeface="Aptos" panose="020B0004020202020204" pitchFamily="34" charset="0"/>
              </a:rPr>
              <a:t>plan and isolate infected systems.</a:t>
            </a:r>
          </a:p>
          <a:p>
            <a:pPr marL="342900" indent="-342900">
              <a:buFont typeface="Courier New" panose="02070309020205020404" pitchFamily="49" charset="0"/>
              <a:buChar char="o"/>
            </a:pPr>
            <a:r>
              <a:rPr lang="en-US" sz="2000" dirty="0">
                <a:latin typeface="Aptos" panose="020B0004020202020204" pitchFamily="34" charset="0"/>
              </a:rPr>
              <a:t>Disable Wi-Fi</a:t>
            </a:r>
            <a:r>
              <a:rPr lang="en-US" sz="2000" b="1" dirty="0">
                <a:latin typeface="Aptos" panose="020B0004020202020204" pitchFamily="34" charset="0"/>
              </a:rPr>
              <a:t>, </a:t>
            </a:r>
            <a:r>
              <a:rPr lang="en-US" sz="2000" dirty="0">
                <a:latin typeface="Aptos" panose="020B0004020202020204" pitchFamily="34" charset="0"/>
              </a:rPr>
              <a:t>remote</a:t>
            </a:r>
            <a:r>
              <a:rPr lang="en-US" sz="2000" b="1" dirty="0">
                <a:latin typeface="Aptos" panose="020B0004020202020204" pitchFamily="34" charset="0"/>
              </a:rPr>
              <a:t> </a:t>
            </a:r>
            <a:r>
              <a:rPr lang="en-US" sz="2000" dirty="0">
                <a:latin typeface="Aptos" panose="020B0004020202020204" pitchFamily="34" charset="0"/>
              </a:rPr>
              <a:t>access</a:t>
            </a:r>
            <a:r>
              <a:rPr lang="en-US" sz="2000" b="1" dirty="0">
                <a:latin typeface="Aptos" panose="020B0004020202020204" pitchFamily="34" charset="0"/>
              </a:rPr>
              <a:t>, </a:t>
            </a:r>
            <a:r>
              <a:rPr lang="en-US" sz="2000" dirty="0">
                <a:latin typeface="Aptos" panose="020B0004020202020204" pitchFamily="34" charset="0"/>
              </a:rPr>
              <a:t>and</a:t>
            </a:r>
            <a:r>
              <a:rPr lang="en-US" sz="2000" b="1" dirty="0">
                <a:latin typeface="Aptos" panose="020B0004020202020204" pitchFamily="34" charset="0"/>
              </a:rPr>
              <a:t> </a:t>
            </a:r>
            <a:r>
              <a:rPr lang="en-US" sz="2000" dirty="0">
                <a:latin typeface="Aptos" panose="020B0004020202020204" pitchFamily="34" charset="0"/>
              </a:rPr>
              <a:t>shared</a:t>
            </a:r>
            <a:r>
              <a:rPr lang="en-US" sz="2000" b="1" dirty="0">
                <a:latin typeface="Aptos" panose="020B0004020202020204" pitchFamily="34" charset="0"/>
              </a:rPr>
              <a:t> </a:t>
            </a:r>
            <a:r>
              <a:rPr lang="en-US" sz="2000" dirty="0">
                <a:latin typeface="Aptos" panose="020B0004020202020204" pitchFamily="34" charset="0"/>
              </a:rPr>
              <a:t>drives to stop the spread.</a:t>
            </a:r>
          </a:p>
          <a:p>
            <a:pPr marL="342900" indent="-342900">
              <a:buFont typeface="Courier New" panose="02070309020205020404" pitchFamily="49" charset="0"/>
              <a:buChar char="o"/>
            </a:pPr>
            <a:r>
              <a:rPr lang="en-US" sz="2000" dirty="0">
                <a:latin typeface="Aptos" panose="020B0004020202020204" pitchFamily="34" charset="0"/>
              </a:rPr>
              <a:t>Alert staff, preserve</a:t>
            </a:r>
            <a:r>
              <a:rPr lang="en-US" sz="2000" b="1" dirty="0">
                <a:latin typeface="Aptos" panose="020B0004020202020204" pitchFamily="34" charset="0"/>
              </a:rPr>
              <a:t> </a:t>
            </a:r>
            <a:r>
              <a:rPr lang="en-US" sz="2000" dirty="0">
                <a:latin typeface="Aptos" panose="020B0004020202020204" pitchFamily="34" charset="0"/>
              </a:rPr>
              <a:t>forensic</a:t>
            </a:r>
            <a:r>
              <a:rPr lang="en-US" sz="2000" b="1" dirty="0">
                <a:latin typeface="Aptos" panose="020B0004020202020204" pitchFamily="34" charset="0"/>
              </a:rPr>
              <a:t> </a:t>
            </a:r>
            <a:r>
              <a:rPr lang="en-US" sz="2000" dirty="0">
                <a:latin typeface="Aptos" panose="020B0004020202020204" pitchFamily="34" charset="0"/>
              </a:rPr>
              <a:t>evidence, and consult cybersecurity experts.</a:t>
            </a:r>
          </a:p>
          <a:p>
            <a:pPr marL="342900" indent="-342900">
              <a:buFont typeface="Courier New" panose="02070309020205020404" pitchFamily="49" charset="0"/>
              <a:buChar char="o"/>
            </a:pPr>
            <a:r>
              <a:rPr lang="en-US" sz="2000" dirty="0">
                <a:latin typeface="Aptos" panose="020B0004020202020204" pitchFamily="34" charset="0"/>
              </a:rPr>
              <a:t>Do</a:t>
            </a:r>
            <a:r>
              <a:rPr lang="en-US" sz="2000" b="1" dirty="0">
                <a:latin typeface="Aptos" panose="020B0004020202020204" pitchFamily="34" charset="0"/>
              </a:rPr>
              <a:t> </a:t>
            </a:r>
            <a:r>
              <a:rPr lang="en-US" sz="2000" dirty="0">
                <a:latin typeface="Aptos" panose="020B0004020202020204" pitchFamily="34" charset="0"/>
              </a:rPr>
              <a:t>not</a:t>
            </a:r>
            <a:r>
              <a:rPr lang="en-US" sz="2000" b="1" dirty="0">
                <a:latin typeface="Aptos" panose="020B0004020202020204" pitchFamily="34" charset="0"/>
              </a:rPr>
              <a:t> </a:t>
            </a:r>
            <a:r>
              <a:rPr lang="en-US" sz="2000" dirty="0">
                <a:latin typeface="Aptos" panose="020B0004020202020204" pitchFamily="34" charset="0"/>
              </a:rPr>
              <a:t>pay the ransom  restore from verified backups or use trusted decryption tools.</a:t>
            </a:r>
          </a:p>
          <a:p>
            <a:pPr marL="342900" indent="-342900">
              <a:buFont typeface="Courier New" panose="02070309020205020404" pitchFamily="49" charset="0"/>
              <a:buChar char="o"/>
            </a:pPr>
            <a:r>
              <a:rPr lang="en-US" sz="2000" dirty="0">
                <a:latin typeface="Aptos" panose="020B0004020202020204" pitchFamily="34" charset="0"/>
              </a:rPr>
              <a:t>Reinstall clean systems, apply multi-factor</a:t>
            </a:r>
            <a:r>
              <a:rPr lang="en-US" sz="2000" b="1" dirty="0">
                <a:latin typeface="Aptos" panose="020B0004020202020204" pitchFamily="34" charset="0"/>
              </a:rPr>
              <a:t> </a:t>
            </a:r>
            <a:r>
              <a:rPr lang="en-US" sz="2000" dirty="0">
                <a:latin typeface="Aptos" panose="020B0004020202020204" pitchFamily="34" charset="0"/>
              </a:rPr>
              <a:t>authentication, and enhance network security.</a:t>
            </a:r>
          </a:p>
          <a:p>
            <a:pPr marL="342900" indent="-342900">
              <a:buFont typeface="Courier New" panose="02070309020205020404" pitchFamily="49" charset="0"/>
              <a:buChar char="o"/>
            </a:pPr>
            <a:r>
              <a:rPr lang="en-US" sz="2000" dirty="0">
                <a:latin typeface="Aptos" panose="020B0004020202020204" pitchFamily="34" charset="0"/>
              </a:rPr>
              <a:t>Use manual</a:t>
            </a:r>
            <a:r>
              <a:rPr lang="en-US" sz="2000" b="1" dirty="0">
                <a:latin typeface="Aptos" panose="020B0004020202020204" pitchFamily="34" charset="0"/>
              </a:rPr>
              <a:t> </a:t>
            </a:r>
            <a:r>
              <a:rPr lang="en-US" sz="2000" dirty="0">
                <a:latin typeface="Aptos" panose="020B0004020202020204" pitchFamily="34" charset="0"/>
              </a:rPr>
              <a:t>processes</a:t>
            </a:r>
            <a:r>
              <a:rPr lang="en-US" sz="2000" b="1" dirty="0">
                <a:latin typeface="Aptos" panose="020B0004020202020204" pitchFamily="34" charset="0"/>
              </a:rPr>
              <a:t> </a:t>
            </a:r>
            <a:r>
              <a:rPr lang="en-US" sz="2000" dirty="0">
                <a:latin typeface="Aptos" panose="020B0004020202020204" pitchFamily="34" charset="0"/>
              </a:rPr>
              <a:t>and</a:t>
            </a:r>
            <a:r>
              <a:rPr lang="en-US" sz="2000" b="1" dirty="0">
                <a:latin typeface="Aptos" panose="020B0004020202020204" pitchFamily="34" charset="0"/>
              </a:rPr>
              <a:t> </a:t>
            </a:r>
            <a:r>
              <a:rPr lang="en-US" sz="2000" dirty="0">
                <a:latin typeface="Aptos" panose="020B0004020202020204" pitchFamily="34" charset="0"/>
              </a:rPr>
              <a:t>offline</a:t>
            </a:r>
            <a:r>
              <a:rPr lang="en-US" sz="2000" b="1" dirty="0">
                <a:latin typeface="Aptos" panose="020B0004020202020204" pitchFamily="34" charset="0"/>
              </a:rPr>
              <a:t> </a:t>
            </a:r>
            <a:r>
              <a:rPr lang="en-US" sz="2000" dirty="0">
                <a:latin typeface="Aptos" panose="020B0004020202020204" pitchFamily="34" charset="0"/>
              </a:rPr>
              <a:t>records to continue patient care.</a:t>
            </a:r>
          </a:p>
          <a:p>
            <a:pPr marL="342900" indent="-342900">
              <a:buFont typeface="Courier New" panose="02070309020205020404" pitchFamily="49" charset="0"/>
              <a:buChar char="o"/>
            </a:pPr>
            <a:r>
              <a:rPr lang="en-US" sz="2000" dirty="0">
                <a:latin typeface="Aptos" panose="020B0004020202020204" pitchFamily="34" charset="0"/>
              </a:rPr>
              <a:t>Communicate transparently with staff, patients, and authorities.</a:t>
            </a:r>
          </a:p>
          <a:p>
            <a:pPr marL="342900" indent="-342900">
              <a:buFont typeface="Courier New" panose="02070309020205020404" pitchFamily="49" charset="0"/>
              <a:buChar char="o"/>
            </a:pPr>
            <a:r>
              <a:rPr lang="en-US" sz="2000" dirty="0">
                <a:latin typeface="Aptos" panose="020B0004020202020204" pitchFamily="34" charset="0"/>
              </a:rPr>
              <a:t>Turning off infected systems may disrupt care but prevents</a:t>
            </a:r>
            <a:r>
              <a:rPr lang="en-US" sz="2000" b="1" dirty="0">
                <a:latin typeface="Aptos" panose="020B0004020202020204" pitchFamily="34" charset="0"/>
              </a:rPr>
              <a:t> </a:t>
            </a:r>
            <a:r>
              <a:rPr lang="en-US" sz="2000" dirty="0">
                <a:latin typeface="Aptos" panose="020B0004020202020204" pitchFamily="34" charset="0"/>
              </a:rPr>
              <a:t>further</a:t>
            </a:r>
            <a:r>
              <a:rPr lang="en-US" sz="2000" b="1" dirty="0">
                <a:latin typeface="Aptos" panose="020B0004020202020204" pitchFamily="34" charset="0"/>
              </a:rPr>
              <a:t> </a:t>
            </a:r>
            <a:r>
              <a:rPr lang="en-US" sz="2000" dirty="0">
                <a:latin typeface="Aptos" panose="020B0004020202020204" pitchFamily="34" charset="0"/>
              </a:rPr>
              <a:t>damage.</a:t>
            </a:r>
          </a:p>
          <a:p>
            <a:pPr marL="342900" indent="-342900">
              <a:buFont typeface="Courier New" panose="02070309020205020404" pitchFamily="49" charset="0"/>
              <a:buChar char="o"/>
            </a:pPr>
            <a:r>
              <a:rPr lang="en-US" sz="2000" dirty="0">
                <a:latin typeface="Aptos" panose="020B0004020202020204" pitchFamily="34" charset="0"/>
              </a:rPr>
              <a:t>Invest in backups</a:t>
            </a:r>
            <a:r>
              <a:rPr lang="en-US" sz="2000" b="1" dirty="0">
                <a:latin typeface="Aptos" panose="020B0004020202020204" pitchFamily="34" charset="0"/>
              </a:rPr>
              <a:t>, </a:t>
            </a:r>
            <a:r>
              <a:rPr lang="en-US" sz="2000" dirty="0">
                <a:latin typeface="Aptos" panose="020B0004020202020204" pitchFamily="34" charset="0"/>
              </a:rPr>
              <a:t>staff</a:t>
            </a:r>
            <a:r>
              <a:rPr lang="en-US" sz="2000" b="1" dirty="0">
                <a:latin typeface="Aptos" panose="020B0004020202020204" pitchFamily="34" charset="0"/>
              </a:rPr>
              <a:t> </a:t>
            </a:r>
            <a:r>
              <a:rPr lang="en-US" sz="2000" dirty="0">
                <a:latin typeface="Aptos" panose="020B0004020202020204" pitchFamily="34" charset="0"/>
              </a:rPr>
              <a:t>training</a:t>
            </a:r>
            <a:r>
              <a:rPr lang="en-US" sz="2000" b="1" dirty="0">
                <a:latin typeface="Aptos" panose="020B0004020202020204" pitchFamily="34" charset="0"/>
              </a:rPr>
              <a:t>, </a:t>
            </a:r>
            <a:r>
              <a:rPr lang="en-US" sz="2000" dirty="0">
                <a:latin typeface="Aptos" panose="020B0004020202020204" pitchFamily="34" charset="0"/>
              </a:rPr>
              <a:t>and</a:t>
            </a:r>
            <a:r>
              <a:rPr lang="en-US" sz="2000" b="1" dirty="0">
                <a:latin typeface="Aptos" panose="020B0004020202020204" pitchFamily="34" charset="0"/>
              </a:rPr>
              <a:t> </a:t>
            </a:r>
            <a:r>
              <a:rPr lang="en-US" sz="2000" dirty="0">
                <a:latin typeface="Aptos" panose="020B0004020202020204" pitchFamily="34" charset="0"/>
              </a:rPr>
              <a:t>disaster</a:t>
            </a:r>
            <a:r>
              <a:rPr lang="en-US" sz="2000" b="1" dirty="0">
                <a:latin typeface="Aptos" panose="020B0004020202020204" pitchFamily="34" charset="0"/>
              </a:rPr>
              <a:t> </a:t>
            </a:r>
            <a:r>
              <a:rPr lang="en-US" sz="2000" dirty="0">
                <a:latin typeface="Aptos" panose="020B0004020202020204" pitchFamily="34" charset="0"/>
              </a:rPr>
              <a:t>recovery</a:t>
            </a:r>
            <a:r>
              <a:rPr lang="en-US" sz="2000" b="1" dirty="0">
                <a:latin typeface="Aptos" panose="020B0004020202020204" pitchFamily="34" charset="0"/>
              </a:rPr>
              <a:t> </a:t>
            </a:r>
            <a:r>
              <a:rPr lang="en-US" sz="2000" dirty="0">
                <a:latin typeface="Aptos" panose="020B0004020202020204" pitchFamily="34" charset="0"/>
              </a:rPr>
              <a:t>plans to strengthen future resilience.</a:t>
            </a:r>
          </a:p>
          <a:p>
            <a:endParaRPr lang="en-ZA" sz="1800" dirty="0"/>
          </a:p>
        </p:txBody>
      </p:sp>
    </p:spTree>
    <p:extLst>
      <p:ext uri="{BB962C8B-B14F-4D97-AF65-F5344CB8AC3E}">
        <p14:creationId xmlns:p14="http://schemas.microsoft.com/office/powerpoint/2010/main" val="1907477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t="-16000" b="-1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8E29-7593-1D64-3AEB-4B6F3B4FE0A7}"/>
              </a:ext>
            </a:extLst>
          </p:cNvPr>
          <p:cNvSpPr>
            <a:spLocks noGrp="1"/>
          </p:cNvSpPr>
          <p:nvPr>
            <p:ph type="ctrTitle"/>
          </p:nvPr>
        </p:nvSpPr>
        <p:spPr>
          <a:xfrm>
            <a:off x="1524000" y="207034"/>
            <a:ext cx="9144000" cy="1811547"/>
          </a:xfrm>
        </p:spPr>
        <p:txBody>
          <a:bodyPr>
            <a:normAutofit/>
          </a:bodyPr>
          <a:lstStyle/>
          <a:p>
            <a:r>
              <a:rPr lang="en-ZA" dirty="0"/>
              <a:t>Our Solution Proposal (InnovateIT)</a:t>
            </a:r>
          </a:p>
        </p:txBody>
      </p:sp>
      <p:sp>
        <p:nvSpPr>
          <p:cNvPr id="3" name="Subtitle 2">
            <a:extLst>
              <a:ext uri="{FF2B5EF4-FFF2-40B4-BE49-F238E27FC236}">
                <a16:creationId xmlns:a16="http://schemas.microsoft.com/office/drawing/2014/main" id="{FC7548FD-2F67-8D71-AE6C-FE2AFA17FE9C}"/>
              </a:ext>
            </a:extLst>
          </p:cNvPr>
          <p:cNvSpPr>
            <a:spLocks noGrp="1"/>
          </p:cNvSpPr>
          <p:nvPr>
            <p:ph type="subTitle" idx="1"/>
          </p:nvPr>
        </p:nvSpPr>
        <p:spPr>
          <a:xfrm>
            <a:off x="776377" y="2018580"/>
            <a:ext cx="9891623" cy="4632385"/>
          </a:xfrm>
        </p:spPr>
        <p:txBody>
          <a:bodyPr>
            <a:normAutofit lnSpcReduction="10000"/>
          </a:bodyPr>
          <a:lstStyle/>
          <a:p>
            <a:pPr algn="l"/>
            <a:r>
              <a:rPr lang="en-ZA" sz="2000" dirty="0"/>
              <a:t>Our team at InnovateIT is ready to help the hospital recover from the ransomware attack and prevent future incidents. We combine technical expertise, crisis management experience, and innovative solutions tailored to healthcare systems.</a:t>
            </a:r>
          </a:p>
          <a:p>
            <a:pPr algn="l"/>
            <a:r>
              <a:rPr lang="en-ZA" sz="2000" b="1" dirty="0"/>
              <a:t>Our key strengths: </a:t>
            </a:r>
          </a:p>
          <a:p>
            <a:pPr marL="342900" indent="-342900" algn="l">
              <a:buFont typeface="Arial" panose="020B0604020202020204" pitchFamily="34" charset="0"/>
              <a:buChar char="•"/>
            </a:pPr>
            <a:r>
              <a:rPr lang="en-ZA" sz="2000" dirty="0"/>
              <a:t>Technical Expertise</a:t>
            </a:r>
          </a:p>
          <a:p>
            <a:pPr marL="342900" indent="-342900" algn="l">
              <a:buFont typeface="Arial" panose="020B0604020202020204" pitchFamily="34" charset="0"/>
              <a:buChar char="•"/>
            </a:pPr>
            <a:r>
              <a:rPr lang="en-ZA" sz="2000" dirty="0"/>
              <a:t>Crisis Management</a:t>
            </a:r>
          </a:p>
          <a:p>
            <a:pPr marL="342900" indent="-342900" algn="l">
              <a:buFont typeface="Arial" panose="020B0604020202020204" pitchFamily="34" charset="0"/>
              <a:buChar char="•"/>
            </a:pPr>
            <a:r>
              <a:rPr lang="en-ZA" sz="2000" dirty="0"/>
              <a:t>Long term security planning</a:t>
            </a:r>
          </a:p>
          <a:p>
            <a:pPr marL="342900" indent="-342900" algn="l">
              <a:buFont typeface="Arial" panose="020B0604020202020204" pitchFamily="34" charset="0"/>
              <a:buChar char="•"/>
            </a:pPr>
            <a:r>
              <a:rPr lang="en-ZA" sz="2000" dirty="0"/>
              <a:t>Legal and ethical compliance</a:t>
            </a:r>
          </a:p>
          <a:p>
            <a:pPr marL="342900" indent="-342900" algn="l">
              <a:buFont typeface="Arial" panose="020B0604020202020204" pitchFamily="34" charset="0"/>
              <a:buChar char="•"/>
            </a:pPr>
            <a:r>
              <a:rPr lang="en-ZA" sz="2000" dirty="0"/>
              <a:t>Innovation and forward thinking</a:t>
            </a:r>
          </a:p>
          <a:p>
            <a:pPr algn="l"/>
            <a:r>
              <a:rPr lang="en-ZA" sz="2200" dirty="0"/>
              <a:t>In summary, selecting InnovateIT means choosing a team that can restore</a:t>
            </a:r>
            <a:r>
              <a:rPr lang="en-ZA" sz="2200" b="1" dirty="0"/>
              <a:t> </a:t>
            </a:r>
            <a:r>
              <a:rPr lang="en-ZA" sz="2200" dirty="0"/>
              <a:t>your</a:t>
            </a:r>
            <a:r>
              <a:rPr lang="en-ZA" sz="2200" b="1" dirty="0"/>
              <a:t> </a:t>
            </a:r>
            <a:r>
              <a:rPr lang="en-ZA" sz="2200" dirty="0"/>
              <a:t>IT</a:t>
            </a:r>
            <a:r>
              <a:rPr lang="en-ZA" sz="2200" b="1" dirty="0"/>
              <a:t> </a:t>
            </a:r>
            <a:r>
              <a:rPr lang="en-ZA" sz="2200" dirty="0"/>
              <a:t>systems</a:t>
            </a:r>
            <a:r>
              <a:rPr lang="en-ZA" sz="2200" b="1" dirty="0"/>
              <a:t> </a:t>
            </a:r>
            <a:r>
              <a:rPr lang="en-ZA" sz="2200" dirty="0"/>
              <a:t>quickly</a:t>
            </a:r>
            <a:r>
              <a:rPr lang="en-ZA" sz="2200" b="1" dirty="0"/>
              <a:t>, </a:t>
            </a:r>
            <a:r>
              <a:rPr lang="en-ZA" sz="2200" dirty="0"/>
              <a:t>protect</a:t>
            </a:r>
            <a:r>
              <a:rPr lang="en-ZA" sz="2200" b="1" dirty="0"/>
              <a:t> </a:t>
            </a:r>
            <a:r>
              <a:rPr lang="en-ZA" sz="2200" dirty="0"/>
              <a:t>patient</a:t>
            </a:r>
            <a:r>
              <a:rPr lang="en-ZA" sz="2200" b="1" dirty="0"/>
              <a:t> </a:t>
            </a:r>
            <a:r>
              <a:rPr lang="en-ZA" sz="2200" dirty="0"/>
              <a:t>data</a:t>
            </a:r>
            <a:r>
              <a:rPr lang="en-ZA" sz="2200" b="1" dirty="0"/>
              <a:t>, </a:t>
            </a:r>
            <a:r>
              <a:rPr lang="en-ZA" sz="2200" dirty="0"/>
              <a:t>prevent</a:t>
            </a:r>
            <a:r>
              <a:rPr lang="en-ZA" sz="2200" b="1" dirty="0"/>
              <a:t> </a:t>
            </a:r>
            <a:r>
              <a:rPr lang="en-ZA" sz="2200" dirty="0"/>
              <a:t>future</a:t>
            </a:r>
            <a:r>
              <a:rPr lang="en-ZA" sz="2200" b="1" dirty="0"/>
              <a:t> </a:t>
            </a:r>
            <a:r>
              <a:rPr lang="en-ZA" sz="2200" dirty="0"/>
              <a:t>attacks</a:t>
            </a:r>
            <a:r>
              <a:rPr lang="en-ZA" sz="2200" b="1" dirty="0"/>
              <a:t>, </a:t>
            </a:r>
            <a:r>
              <a:rPr lang="en-ZA" sz="2200" dirty="0"/>
              <a:t>and</a:t>
            </a:r>
            <a:r>
              <a:rPr lang="en-ZA" sz="2200" b="1" dirty="0"/>
              <a:t> </a:t>
            </a:r>
            <a:r>
              <a:rPr lang="en-ZA" sz="2200" dirty="0"/>
              <a:t>create</a:t>
            </a:r>
            <a:r>
              <a:rPr lang="en-ZA" sz="2200" b="1" dirty="0"/>
              <a:t> </a:t>
            </a:r>
            <a:r>
              <a:rPr lang="en-ZA" sz="2200" dirty="0"/>
              <a:t>a secure</a:t>
            </a:r>
            <a:r>
              <a:rPr lang="en-ZA" sz="2200" b="1" dirty="0"/>
              <a:t>, </a:t>
            </a:r>
            <a:r>
              <a:rPr lang="en-ZA" sz="2200" dirty="0"/>
              <a:t>innovative</a:t>
            </a:r>
            <a:r>
              <a:rPr lang="en-ZA" sz="2200" b="1" dirty="0"/>
              <a:t> </a:t>
            </a:r>
            <a:r>
              <a:rPr lang="en-ZA" sz="2200" dirty="0"/>
              <a:t>digital</a:t>
            </a:r>
            <a:r>
              <a:rPr lang="en-ZA" sz="2200" b="1" dirty="0"/>
              <a:t> </a:t>
            </a:r>
            <a:r>
              <a:rPr lang="en-ZA" sz="2200" dirty="0"/>
              <a:t>environment. Our goal is not just recovery, but building a safer and smarter hospital for the future.</a:t>
            </a:r>
          </a:p>
          <a:p>
            <a:pPr algn="l"/>
            <a:endParaRPr lang="en-ZA" sz="2000" dirty="0"/>
          </a:p>
          <a:p>
            <a:pPr algn="l"/>
            <a:endParaRPr lang="en-ZA" b="1" dirty="0"/>
          </a:p>
          <a:p>
            <a:endParaRPr lang="en-ZA" dirty="0"/>
          </a:p>
        </p:txBody>
      </p:sp>
    </p:spTree>
    <p:extLst>
      <p:ext uri="{BB962C8B-B14F-4D97-AF65-F5344CB8AC3E}">
        <p14:creationId xmlns:p14="http://schemas.microsoft.com/office/powerpoint/2010/main" val="691698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57E8-9C8D-25C9-B77E-2C43E8778F68}"/>
              </a:ext>
            </a:extLst>
          </p:cNvPr>
          <p:cNvSpPr>
            <a:spLocks noGrp="1"/>
          </p:cNvSpPr>
          <p:nvPr>
            <p:ph type="ctrTitle"/>
          </p:nvPr>
        </p:nvSpPr>
        <p:spPr>
          <a:xfrm>
            <a:off x="1242204" y="258792"/>
            <a:ext cx="9425796" cy="1155940"/>
          </a:xfrm>
        </p:spPr>
        <p:txBody>
          <a:bodyPr/>
          <a:lstStyle/>
          <a:p>
            <a:pPr algn="l"/>
            <a:r>
              <a:rPr lang="en-ZA" dirty="0"/>
              <a:t>Conclusion And Reference </a:t>
            </a:r>
          </a:p>
        </p:txBody>
      </p:sp>
      <p:sp>
        <p:nvSpPr>
          <p:cNvPr id="3" name="Subtitle 2">
            <a:extLst>
              <a:ext uri="{FF2B5EF4-FFF2-40B4-BE49-F238E27FC236}">
                <a16:creationId xmlns:a16="http://schemas.microsoft.com/office/drawing/2014/main" id="{DA1E4BF4-97AF-387C-4D2E-57C215B32063}"/>
              </a:ext>
            </a:extLst>
          </p:cNvPr>
          <p:cNvSpPr>
            <a:spLocks noGrp="1"/>
          </p:cNvSpPr>
          <p:nvPr>
            <p:ph type="subTitle" idx="1"/>
          </p:nvPr>
        </p:nvSpPr>
        <p:spPr>
          <a:xfrm>
            <a:off x="172528" y="1414733"/>
            <a:ext cx="11887200" cy="5184476"/>
          </a:xfrm>
        </p:spPr>
        <p:txBody>
          <a:bodyPr>
            <a:normAutofit/>
          </a:bodyPr>
          <a:lstStyle/>
          <a:p>
            <a:pPr algn="l"/>
            <a:r>
              <a:rPr lang="en-ZA" sz="2800" b="1" dirty="0"/>
              <a:t>To conclude with a famous quote by Nicole Eagan:</a:t>
            </a:r>
            <a:r>
              <a:rPr lang="en-US" sz="2800" dirty="0"/>
              <a:t>Cybersecurity isn’t just about protecting data, it’s about protecting trust.</a:t>
            </a:r>
            <a:r>
              <a:rPr lang="en-ZA" sz="2800" b="1" dirty="0"/>
              <a:t> </a:t>
            </a:r>
          </a:p>
          <a:p>
            <a:pPr algn="l"/>
            <a:r>
              <a:rPr lang="en-ZA" sz="3200" b="1" dirty="0"/>
              <a:t>References:</a:t>
            </a:r>
            <a:endParaRPr lang="en-ZA" b="1" dirty="0"/>
          </a:p>
          <a:p>
            <a:pPr marL="342900" lvl="0" indent="-342900" algn="l">
              <a:buFont typeface="Arial" panose="020B0604020202020204" pitchFamily="34" charset="0"/>
              <a:buChar char="•"/>
            </a:pPr>
            <a:r>
              <a:rPr lang="en-ZA" dirty="0"/>
              <a:t>Britannica (2024) </a:t>
            </a:r>
            <a:r>
              <a:rPr lang="en-ZA" i="1" dirty="0"/>
              <a:t>Cybercrime</a:t>
            </a:r>
            <a:r>
              <a:rPr lang="en-ZA" dirty="0"/>
              <a:t>. Available at: </a:t>
            </a:r>
            <a:r>
              <a:rPr lang="en-ZA" u="sng" dirty="0">
                <a:hlinkClick r:id="rId3"/>
              </a:rPr>
              <a:t>https://www.britannica.com/topic/cybercrime</a:t>
            </a:r>
            <a:r>
              <a:rPr lang="en-ZA" dirty="0"/>
              <a:t> (Accessed: 17 October 2025).</a:t>
            </a:r>
          </a:p>
          <a:p>
            <a:pPr marL="342900" indent="-342900" algn="l">
              <a:buFont typeface="Arial" panose="020B0604020202020204" pitchFamily="34" charset="0"/>
              <a:buChar char="•"/>
            </a:pPr>
            <a:r>
              <a:rPr lang="en-ZA" dirty="0"/>
              <a:t> ISC². (2023). </a:t>
            </a:r>
            <a:r>
              <a:rPr lang="en-ZA" i="1" dirty="0"/>
              <a:t>Code of Ethics</a:t>
            </a:r>
            <a:r>
              <a:rPr lang="en-ZA" dirty="0"/>
              <a:t>. International Information System Security Certification Consortium.</a:t>
            </a:r>
          </a:p>
          <a:p>
            <a:pPr marL="342900" indent="-342900" algn="l">
              <a:buFont typeface="Arial" panose="020B0604020202020204" pitchFamily="34" charset="0"/>
              <a:buChar char="•"/>
            </a:pPr>
            <a:r>
              <a:rPr lang="en-ZA" dirty="0"/>
              <a:t> Symantec (2022). </a:t>
            </a:r>
            <a:r>
              <a:rPr lang="en-ZA" i="1" dirty="0"/>
              <a:t>Cybersecurity Threats in Healthcare Networks</a:t>
            </a:r>
            <a:r>
              <a:rPr lang="en-ZA" dirty="0"/>
              <a:t>. NortonLifeLock. Available at: https://www.symantec.com [Accessed 6 Oct. 2025].</a:t>
            </a:r>
          </a:p>
          <a:p>
            <a:pPr marL="342900" lvl="0" indent="-342900" algn="l">
              <a:buFont typeface="Arial" panose="020B0604020202020204" pitchFamily="34" charset="0"/>
              <a:buChar char="•"/>
            </a:pPr>
            <a:r>
              <a:rPr lang="en-ZA" dirty="0"/>
              <a:t> </a:t>
            </a:r>
            <a:r>
              <a:rPr lang="en-US" dirty="0"/>
              <a:t>Cybersecurity and Infrastructure Security Agency (CISA) (n.d.) #StopRansomware Guide. Available at: https://www.cisa.gov/stopransomware/ransomware-guide (Accessed 19 Oct 2025). </a:t>
            </a:r>
            <a:endParaRPr lang="en-ZA" dirty="0"/>
          </a:p>
          <a:p>
            <a:pPr marL="342900" lvl="0" indent="-342900" algn="l">
              <a:buFont typeface="Arial" panose="020B0604020202020204" pitchFamily="34" charset="0"/>
              <a:buChar char="•"/>
            </a:pPr>
            <a:endParaRPr lang="en-ZA" dirty="0"/>
          </a:p>
          <a:p>
            <a:pPr algn="l"/>
            <a:endParaRPr lang="en-ZA" b="1" dirty="0"/>
          </a:p>
          <a:p>
            <a:pPr algn="l"/>
            <a:endParaRPr lang="en-ZA" sz="3200" dirty="0"/>
          </a:p>
        </p:txBody>
      </p:sp>
    </p:spTree>
    <p:extLst>
      <p:ext uri="{BB962C8B-B14F-4D97-AF65-F5344CB8AC3E}">
        <p14:creationId xmlns:p14="http://schemas.microsoft.com/office/powerpoint/2010/main" val="934361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566</TotalTime>
  <Words>720</Words>
  <Application>Microsoft Office PowerPoint</Application>
  <PresentationFormat>Widescreen</PresentationFormat>
  <Paragraphs>56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Calibri</vt:lpstr>
      <vt:lpstr>Courier New</vt:lpstr>
      <vt:lpstr>Office Theme</vt:lpstr>
      <vt:lpstr>Cybersecurity Solution Proposal For Chris Hani Hospital Ransomware Crisis. </vt:lpstr>
      <vt:lpstr>INTRODUCTION TO  CYBERSECURITY IN THE 21ST CENTURY.</vt:lpstr>
      <vt:lpstr>Ethical Elements And Professional Conduct </vt:lpstr>
      <vt:lpstr>Causes Of Attacks And Loopholes</vt:lpstr>
      <vt:lpstr>Immediate Response And Crisis Management</vt:lpstr>
      <vt:lpstr>Our Solution Proposal (InnovateIT)</vt:lpstr>
      <vt:lpstr>Conclusion And 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Zukhanyise Vitshima</dc:creator>
  <cp:lastModifiedBy>Zukhanyise Vitshima</cp:lastModifiedBy>
  <cp:revision>1</cp:revision>
  <dcterms:created xsi:type="dcterms:W3CDTF">2025-10-20T11:36:02Z</dcterms:created>
  <dcterms:modified xsi:type="dcterms:W3CDTF">2025-10-20T21:02:51Z</dcterms:modified>
</cp:coreProperties>
</file>